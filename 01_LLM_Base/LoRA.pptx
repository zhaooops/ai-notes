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3:24.1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4:00.6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80 24575,'0'-2'0,"0"0"0,1 1 0,-1-1 0,1 0 0,-1 1 0,1-1 0,0 0 0,0 1 0,0-1 0,0 1 0,0-1 0,0 1 0,0 0 0,0-1 0,1 1 0,-1 0 0,0 0 0,1 0 0,-1 0 0,1 0 0,-1 0 0,1 0 0,0 0 0,-1 1 0,4-2 0,47-10 0,-24 8 0,49-9 0,121-2 0,60 16-1365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4:02.7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24575,'15'-1'0,"-1"1"0,0 1 0,0 0 0,0 1 0,0 0 0,0 1 0,25 9 0,-10-2 0,1-1 0,0-2 0,1-1 0,36 2 0,8 1 0,5 0 0,-1-5 0,99-6 0,-49 0 0,59 2-1365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4:06.7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24575,'4'2'0,"-1"-1"0,0 1 0,0 0 0,0 0 0,-1 1 0,1-1 0,0 0 0,-1 1 0,4 4 0,4 3 0,13 11 0,-16-14 0,0 0 0,1 0 0,0-1 0,0 0 0,0 0 0,1-1 0,0 0 0,0 0 0,0-1 0,0 0 0,1-1 0,14 4 0,23-2 0,0-2 0,0-2 0,48-4 0,4-1 0,421 4 0,-482-2 0,58-10 0,-55 6 0,45-2 0,502 7 0,-281 3 0,-286-2-151,-1-1-1,0-1 0,1 0 0,-1-2 1,0 0-1,-1-1 0,1-1 1,33-16-1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4:09.8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24575,'0'2'0,"1"1"0,-1-1 0,1 0 0,-1 1 0,1-1 0,0 0 0,0 0 0,0 0 0,0 1 0,0-1 0,1 0 0,-1 0 0,1-1 0,-1 1 0,1 0 0,0 0 0,2 1 0,38 27 0,-22-18 0,91 69 0,-76-54 0,-26-19 0,0 0 0,0 0 0,1-1 0,0-1 0,1 0 0,-1 0 0,1-1 0,0 0 0,1-1 0,11 3 0,69 17 0,-63-14 0,1-2 0,33 4 0,-54-11 0,0 0 0,0-1 0,0 0 0,0 0 0,0-1 0,0 0 0,0-1 0,-1 0 0,1 0 0,0-1 0,12-5 0,2-2 0,18-12 0,-41 22 0,1 0 0,-1 0 0,1 0 0,-1-1 0,1 1 0,-1 0 0,0-1 0,1 1 0,-1 0 0,0-1 0,1 1 0,-1 0 0,0-1 0,0 1 0,1-1 0,-1 1 0,0-1 0,0 1 0,0-1 0,1 1 0,-1 0 0,0-1 0,0 1 0,0-1 0,0 1 0,0-1 0,0 1 0,0-1 0,0 1 0,0-1 0,0 1 0,0-1 0,-1 1 0,1-1 0,0 1 0,0-1 0,0 1 0,-1-1 0,1 1 0,0 0 0,0-1 0,-1 1 0,1 0 0,0-1 0,-1 1 0,1 0 0,0-1 0,-1 1 0,1 0 0,-1-1 0,1 1 0,-1 0 0,1 0 0,0 0 0,-1-1 0,1 1 0,-1 0 0,1 0 0,-1 0 0,1 0 0,-1 0 0,1 0 0,-2 0 0,-32-6 0,-225 3 177,138 5-1719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3:52.2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24575,'10'1'0,"0"0"0,0 0 0,0 1 0,0 0 0,0 0 0,0 2 0,9 3 0,65 36 0,-13-6 0,-12-17 0,-47-16 0,1-1 0,-1 2 0,0 0 0,0 0 0,18 12 0,3 5 0,1-1 0,1-2 0,1-2 0,74 25 0,-102-38 0,0-1 0,-1 1 0,1 1 0,0-1 0,-1 1 0,9 8 0,-9-7 0,0 0 0,0-1 0,0 0 0,1-1 0,0 0 0,9 4 0,21 2 0,0-1 0,0-2 0,67 4 0,297-8 0,-209-5 0,-179 1 0,-1-1 0,0 0 0,1-1 0,-1 0 0,0-1 0,13-6 0,-9 3 0,1 2 0,28-6 0,24 4 0,0 3 0,80 7 0,-31-1 0,-51-2 0,137 17 0,-185-14 0,206 32 0,-190-30 0,1 2 0,62 22 0,-47-13 0,1-2 0,0-3 0,1-2 0,0-2 0,103-1 0,368-7 0,-503-1 0,1 0 0,-1-2 0,0 0 0,27-10 0,-22 6 0,-1 2 0,39-5 0,52 8 0,-80 4 0,-1-1 0,60-10 0,-47 3 0,90 0 0,-53 4 0,-48 0 0,0-2 0,42-10 0,-16-9 0,-50 18 0,0 1 0,0 0 0,26-5 0,3 5 0,63 2 0,-62 3 0,59-7 0,28-6 0,237 8 0,-196 7 0,906-2 0,-1050 3 0,0 0 0,0 2 0,0 0 0,49 18 0,-42-11 0,0-3 0,43 7 0,-15-11 0,69-4 0,-77-3 0,103 12 0,-40 2 0,216-7 0,-190-6 0,-126 2 0,-1 1 0,1 1 0,-1 0 0,0 2 0,18 6 0,-15-4 0,0-1 0,1-1 0,23 2 0,280-3 0,-168-7 0,-84 2 0,82-13 0,-9 2 0,25-3 0,-94 7 0,0 3 0,111 6 0,-61 2 0,1513-3 0,-1621 1 0,-1 1 0,1 1 0,-1 0 0,0 2 0,18 6 0,-15-4 0,0-1 0,1-1 0,22 2 0,52-1 0,49 6 0,-51-3 0,181-6 0,-137-6 0,-56 1 0,-35 0 0,87 8 0,-118-3 0,-1 1 0,1 0 0,18 8 0,-19-6 0,1-1 0,0 0 0,17 2 0,36 0 0,-1-3 0,127-10 0,-103-6 0,9-1 0,153 12 0,-135 2 0,-71 1 0,1 3 0,63 14 0,-62-9 0,1-2 0,51 1 0,874-8 0,-455-3 0,-504 3 0,0 1 0,-1 0 0,1 2 0,-1 0 0,25 9 0,28 8 0,28-1 0,0-4 0,1-4 0,135-1 0,213-12 0,-429 2 0,0 1 0,-1 1 0,1 0 0,0 1 0,26 11 0,-5-2 0,-33-12 0,-1 0 0,1 0 0,0 1 0,0 0 0,-1-1 0,1 1 0,-1 1 0,1-1 0,-1 0 0,0 1 0,0-1 0,0 1 0,0 0 0,-1 0 0,1 0 0,-1 1 0,0-1 0,0 1 0,0-1 0,0 1 0,0-1 0,1 5 0,-2 2 0,1-1 0,-1 1 0,-1-1 0,0 1 0,0-1 0,-1 1 0,0-1 0,-4 13 0,1 6 0,3-18 0,-1 1 0,0 0 0,-6 17 0,7-25 0,0 0 0,-1 0 0,1 0 0,-1 0 0,0 0 0,0-1 0,0 1 0,0-1 0,0 0 0,-1 1 0,1-1 0,-1 0 0,1 0 0,-1 0 0,0-1 0,0 1 0,-3 1 0,0-1 0,0 0 0,0 0 0,-1 0 0,1 0 0,-1-1 0,0 0 0,1-1 0,-1 0 0,1 0 0,-1 0 0,0 0 0,1-1 0,-1 0 0,-6-3 0,-5-2 0,1-1 0,0-1 0,-27-17 0,38 21 0,-102-47 0,92 44 0,0 1 0,0 1 0,-1 0 0,1 1 0,-1 1 0,-30-2 0,-108 7 0,71 1 0,-548-3 0,598-2 0,-54-9 0,-17-2 0,75 12 0,0-2 0,0-2 0,1 0 0,-1-2 0,-44-17 0,44 15 0,0 1 0,0 1 0,0 2 0,-1 1 0,-32 0 0,51 3 0,-83-10 0,-29-1 0,-811 11 0,451 3 0,-2680-2 0,3146-2 0,0 0 0,1-1 0,0 0 0,0-1 0,-18-8 0,14 5 0,1 1 0,-1 1 0,-22-2 0,12 6 0,1 2 0,-1 0 0,-45 10 0,-47 2 0,34-13 0,48-1 0,1 1 0,-76 11 0,44 0 0,40-6 0,0 0 0,-33 11 0,15-2 0,-83 11 0,73-15 0,-6-2 0,-1-3 0,-110-7 0,59 0 0,38 1 0,-101 3 0,93 10 0,-9 0 0,-407-9 0,259-5 0,-980 2 0,1208 1 0,0 1 0,0 1 0,0 0 0,1 2 0,-21 6 0,18-4 0,-2-1 0,1-1 0,-24 3 0,0-5 0,0-2 0,0-2 0,0-2 0,-59-12 0,-7 5 0,84 9 0,1-1 0,-1-1 0,1-1 0,-37-11 0,-91-34 0,107 35 0,0 1 0,0 2 0,-2 3 0,1 1 0,-1 3 0,-82 2 0,116 1 0,1 0 0,-1-1 0,1-1 0,-1 0 0,-25-10 0,21 6 0,0 2 0,-25-5 0,-194-12 0,144 13 0,-183 6 0,136 6 0,-2577-3 0,2702 1 0,1 1 0,-1 0 0,0 1 0,1 1 0,-23 8 0,18-5 0,-1-1 0,-23 4 0,11-6 0,-1 2 0,1 1 0,0 2 0,-41 17 0,38-13-455,-2-1 0,-69 13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3:53.4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24575,'4'0'0,"2"5"0,9 1 0,6 0 0,0 3 0,4 0 0,4-1 0,-5 2 0,4 0 0,1-3 0,-4 8 0,-2 0 0,-5 2 0,-6 8 0,-4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4:23.6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105 528 24575,'358'0'0,"-373"-2"0,0 0 0,1 0 0,-19-7 0,2 2 0,27 6 0,-1-1 0,1 1 0,0-1 0,0 0 0,-1 0 0,1 0 0,0 0 0,1-1 0,-1 0 0,0 0 0,1 0 0,0 0 0,-1 0 0,1-1 0,1 1 0,-6-9 0,0-2 0,1-1 0,0-1 0,-6-21 0,-9-19 0,19 51 0,0 1 0,0 0 0,-1 0 0,1 0 0,-1 0 0,0 0 0,0 1 0,-1 0 0,1 0 0,-1 0 0,1 0 0,-1 1 0,0-1 0,0 1 0,0 1 0,0-1 0,0 1 0,-1 0 0,1 0 0,0 0 0,-6 1 0,-15-2 0,1 1 0,-49 7 0,72-6 0,130 4 0,14-5 0,-216 1 0,91-5 0,0 0 0,-1-1 0,17-7 0,6-3 0,-40 16 0,1 0 0,0 0 0,0-1 0,0 1 0,0 0 0,0 0 0,0 0 0,0 0 0,0 0 0,0 0 0,0 0 0,-1 0 0,1 0 0,0 0 0,0 0 0,0 0 0,0-1 0,0 1 0,0 0 0,0 0 0,0 0 0,0 0 0,0 0 0,0 0 0,0 0 0,0 0 0,0-1 0,0 1 0,0 0 0,0 0 0,0 0 0,0 0 0,0 0 0,0 0 0,0 0 0,0 0 0,0-1 0,0 1 0,0 0 0,0 0 0,1 0 0,-1 0 0,0 0 0,0 0 0,0 0 0,0 0 0,0 0 0,0 0 0,0-1 0,-20-1 0,-27 1 0,-115 26 0,159-25 0,1 0 0,0 0 0,0 1 0,0-1 0,0 1 0,-1 0 0,1-1 0,0 1 0,0 0 0,0 0 0,1 0 0,-1 1 0,-3 1 0,5-3 0,0 1 0,-1-1 0,1 0 0,0 1 0,0-1 0,0 0 0,-1 1 0,1-1 0,0 0 0,0 1 0,0-1 0,0 1 0,0-1 0,0 0 0,0 1 0,0-1 0,0 1 0,0-1 0,0 0 0,0 1 0,0-1 0,0 1 0,0-1 0,0 0 0,0 1 0,0-1 0,1 1 0,14 11 0,6-4 0,0 0 0,0-2 0,1 0 0,23 2 0,7 2 0,66 32 0,95-5 0,-194-32 0,36 13 0,-39-11 0,1-2 0,32 7 0,20-5 0,0-4 0,77-6 0,-25 0 0,-100 3 0,42 1 0,-1-3 0,70-12 0,-94 9 0,54 0 0,-57 4 0,67-9 0,-67 3 0,-14 4 0,1-2 0,-1 0 0,31-12 0,-12 3 0,-32 13 0,-1-1 0,1-1 0,-1 1 0,1-1 0,-1-1 0,0 1 0,0-1 0,-1 0 0,1-1 0,9-8 0,-15 12 0,0 0 0,-1 1 0,1-1 0,-1 0 0,1 0 0,-1 1 0,1-1 0,-1 0 0,1 0 0,-1 0 0,0 0 0,1 0 0,-1 1 0,0-1 0,0 0 0,1 0 0,-1 0 0,0 0 0,0 0 0,0 0 0,0 0 0,-1 0 0,1 0 0,0 0 0,0 0 0,0 1 0,-1-1 0,0-1 0,0 0 0,0 1 0,0 0 0,-1-1 0,1 1 0,-1 0 0,1 0 0,-1 0 0,1 0 0,-1 0 0,0 0 0,0 0 0,-3-1 0,-6-1 0,0 1 0,-1 0 0,-16-2 0,-272 3 0,140 3 0,65-3 0,-109 3 0,197-2 0,0 1 0,0 0 0,0 0 0,1 1 0,-11 3 0,13 0 0,12-1 0,14 0 0,-3-4 0,-1 0 0,1-1 0,-1-1 0,24-5 0,29-3 0,-13 8 0,-41 2 0,1 0 0,-1-1 0,0-1 0,0 0 0,0-1 0,0-1 0,17-6 0,-67 4 0,7 6 0,19 1 0,0 0 0,0-1 0,1 0 0,-1 0 0,0-1 0,0 0 0,1 0 0,-1-1 0,0 1 0,-10-6 0,19 5 0,0 0 0,1 0 0,-1 0 0,0 0 0,1 1 0,-1-1 0,1 1 0,4-3 0,0 0 0,15-8 0,0 1 0,1 0 0,0 2 0,1 0 0,0 2 0,41-7 0,-3-5 0,-52 14 0,1 1 0,0 1 0,-1 0 0,1 1 0,1 0 0,-1 0 0,0 1 0,12 0 0,-22 1 0,0 0 0,0 0 0,0 0 0,-1 0 0,1 0 0,0 0 0,0 0 0,0 0 0,0 1 0,0-1 0,0 0 0,0 0 0,-1 1 0,1-1 0,0 1 0,0-1 0,0 1 0,-1-1 0,1 1 0,0-1 0,-1 1 0,1 0 0,0-1 0,-1 1 0,1 0 0,-1 0 0,1-1 0,-1 1 0,1 0 0,-1 0 0,0 0 0,1-1 0,-1 1 0,0 0 0,0 0 0,1 0 0,-1 0 0,0 0 0,0 0 0,0 0 0,0 0 0,0 0 0,0-1 0,-1 1 0,1 0 0,0 1 0,-3 5 0,0 0 0,-1 0 0,1 0 0,-1-1 0,-5 7 0,-6 11 0,13-20 0,0 1 0,0-1 0,1 0 0,-1 1 0,1-1 0,0 1 0,0 0 0,1-1 0,-1 1 0,1 0 0,0-1 0,1 1 0,-1 0 0,1-1 0,0 1 0,0 0 0,2 4 0,-1-4 0,1 0 0,0 0 0,0 0 0,1-1 0,0 0 0,-1 1 0,1-1 0,1-1 0,-1 1 0,0-1 0,1 1 0,0-1 0,0 0 0,6 2 0,7 2 0,0 0 0,1-2 0,-1 0 0,1-1 0,0-1 0,0-1 0,0 0 0,20-2 0,66 9 0,4 2 0,-79-9 0,0 0 0,0 2 0,42 12 0,-36-7 0,0 0 0,1-3 0,65 4 0,115-11 0,-88-2 0,-128 3 0,71 1 0,133-17 0,-55 5 0,-328 9 0,-123 5 0,295-3 0,0 1 0,-1 0 0,1 0 0,0 0 0,0 1 0,-6 2 0,7 1 0,13-3 0,12-1 0,-6-1 0,1-2 0,-1 0 0,1 0 0,-1-1 0,0-1 0,0 0 0,-1-1 0,1-1 0,15-8 0,-3-4 0,0 1 0,1 2 0,34-14 0,-60 28 0,-5-1 0,-17 1 0,-26 0 0,-226 3 0,250 0 0,1 0 0,0 2 0,0 0 0,-30 11 0,26-8 0,0 0 0,-41 4 0,-129-9 0,20-2 0,74 13 0,-5 0 0,654-15 0,-274 3 0,417-1 0,-934 0 0,309 2 0,-18-1 0,60-5 0,-91 1 0,0-1 0,0 0 0,21-9 0,-20 7 0,1 0 0,23-4 0,37-1 0,-47 8 0,0-1 0,0-2 0,-1-1 0,43-15 0,-46 12 0,1 2 0,1 1 0,47-6 0,35-9 0,-86 16 0,19-6 0,-81 6 0,16 7 0,0 1 0,-33 7 0,-3 0 0,34-5 0,-1 1 0,1 1 0,0 1 0,0 2 0,-39 19 0,50-18 0,17-3 0,27 1 0,-23-6 0,68 18 0,-44-11 0,-1-1 0,57 6 0,260-11 0,-175-6 0,-152 3 0,-6 0 0,0 0 0,0 1 0,19 3 0,-34-4 0,0 0 0,-1 0 0,1 0 0,0 0 0,0 0 0,-1 0 0,1 1 0,0-1 0,-1 0 0,1 0 0,0 1 0,-1-1 0,1 0 0,-1 1 0,1-1 0,0 0 0,-1 1 0,1-1 0,-1 1 0,1-1 0,-1 1 0,1-1 0,-1 1 0,0-1 0,1 1 0,-1 0 0,0-1 0,1 1 0,-1 0 0,0-1 0,0 1 0,1 0 0,-1-1 0,0 1 0,0 0 0,0-1 0,0 1 0,0 0 0,0-1 0,0 1 0,0 0 0,0 0 0,-1-1 0,1 1 0,0 0 0,0-1 0,0 1 0,-1 0 0,0 0 0,0 2 0,-1-1 0,0 1 0,0-1 0,0 0 0,0 0 0,0 1 0,-1-2 0,1 1 0,-1 0 0,-2 1 0,-21 9 0,-1-2 0,0-1 0,-44 8 0,23-5 0,20-5 0,-38 3 0,83-10 0,0-2 0,-1 0 0,1 0 0,0-2 0,-1 0 0,1-1 0,-1 0 0,-1-1 0,17-9 0,86-30 0,-109 39 0,-9 2 0,-21-1 0,-32 2 0,33 5 0,0 0 0,0 2 0,1 0 0,-1 1 0,1 1 0,-24 11 0,21-8 0,0-1 0,0-1 0,0-2 0,-38 6 0,-9-9 0,43-2 0,23-1 0,10 1 0,4 0 0,9 0 0,-1-1 0,38-6 0,-50 5 0,-1 0 0,0 0 0,0 0 0,0-1 0,0 1 0,0-1 0,0-1 0,-1 1 0,0-1 0,1 0 0,-1-1 0,8-8 0,-13 13 0,0 0 0,1-1 0,-1 1 0,0 0 0,1-1 0,-1 1 0,0 0 0,1-1 0,-1 1 0,0 0 0,0-1 0,0 1 0,1-1 0,-1 1 0,0-1 0,0 1 0,0-1 0,0 1 0,0 0 0,0-1 0,0 1 0,0-1 0,0 1 0,0-1 0,0 1 0,0-1 0,0 1 0,0-1 0,0 1 0,0 0 0,-1-1 0,-13-5 0,10 6 0,0 0 0,-1 0 0,1 1 0,0-1 0,-1 1 0,-4 1 0,-13 7 0,1 0 0,0 2 0,0 0 0,1 2 0,1 0 0,-33 29 0,43-34 0,-1 0 0,1 0 0,-1-2 0,0 1 0,-1-1 0,0 0 0,0-1 0,0-1 0,0 0 0,-22 5 0,-27 11 0,44-13 0,-2-2 0,1 0 0,-26 4 0,-237 25 0,278-33 0,1-1 0,0 0 0,-1 0 0,1 0 0,0 0 0,-1 0 0,1 0 0,-1 0 0,1 0 0,0-1 0,-1 1 0,1-1 0,0 1 0,0-1 0,-1 1 0,1-1 0,0 1 0,0-1 0,0 0 0,0 0 0,0 0 0,-1-1 0,0 0 0,1 0 0,-1 0 0,1 0 0,0-1 0,0 1 0,0-1 0,0 1 0,0-1 0,0 1 0,0-6 0,0-5 0,1 0 0,0 1 0,3-23 0,-3 31 0,24-120 0,-20 108 0,0 0 0,1 0 0,0 1 0,1 0 0,1 0 0,1 1 0,0-1 0,0 2 0,16-19 0,3-8 0,-23 34 0,-1-1 0,1 0 0,-1 0 0,0-1 0,-1 1 0,0 0 0,2-14 0,-4 20 0,1-1 0,-1 0 0,0 1 0,1-1 0,-1 0 0,0 1 0,0-1 0,0 0 0,-1 1 0,1-1 0,0 0 0,-1 1 0,1-1 0,-1 0 0,1 1 0,-1-1 0,0 1 0,1-1 0,-1 1 0,0 0 0,0-1 0,0 1 0,0 0 0,-1-1 0,1 1 0,0 0 0,0 0 0,-1 0 0,1 0 0,-1 0 0,1 0 0,-1 1 0,1-1 0,-1 0 0,1 1 0,-1-1 0,0 1 0,1 0 0,-1-1 0,-2 1 0,-1 0 0,-1 0 0,0 1 0,1-1 0,-1 1 0,1 0 0,0 1 0,-1-1 0,1 1 0,0 0 0,0 1 0,0-1 0,0 1 0,-7 5 0,-6 5 0,1 2 0,-18 19 0,-5 4 0,26-24 0,0 1 0,2 1 0,-1 1 0,-17 30 0,14-21 0,8-13 0,0 1 0,1-1 0,0 1 0,1 1 0,0-1 0,1 1 0,1 0 0,1 1 0,0-1 0,1 0 0,-1 21 0,5 127 0,-22-262 0,16 79 0,0-1 0,-1 2 0,-10-24 0,10 30 0,0 0 0,0-1 0,2 0 0,0 0 0,0 0 0,1 0 0,1 0 0,0 0 0,2-15 0,0 18 0,1 0 0,0 1 0,0-1 0,1 1 0,6-12 0,-6 16 0,0 1 0,0-1 0,1 1 0,0 0 0,0 0 0,0 0 0,1 0 0,-1 1 0,12-8 0,-1 1 0,-10 6 0,0 1 0,0 1 0,0-1 0,0 1 0,1 0 0,7-3 0,-11 5 0,0 1 0,-1 0 0,1-1 0,0 1 0,0 0 0,0 0 0,0 0 0,0 0 0,0 1 0,0-1 0,-1 0 0,1 1 0,0-1 0,0 1 0,0 0 0,-1-1 0,1 1 0,0 0 0,-1 0 0,1 0 0,-1 0 0,1 0 0,-1 1 0,1-1 0,-1 0 0,1 2 0,5 6 0,-2 0 0,1 0 0,-1 1 0,0 0 0,-1-1 0,0 2 0,-1-1 0,4 18 0,-4-16 0,0 1 0,1-1 0,1 0 0,0 0 0,8 13 0,-13-24 0,0 0 0,0-1 0,0 1 0,1 0 0,-1-1 0,0 1 0,1-1 0,-1 1 0,0-1 0,1 1 0,-1-1 0,1 1 0,-1-1 0,1 1 0,-1-1 0,1 0 0,-1 1 0,1-1 0,0 0 0,-1 1 0,1-1 0,-1 0 0,1 0 0,0 1 0,-1-1 0,1 0 0,0 0 0,-1 0 0,1 0 0,0 0 0,-1 0 0,1 0 0,1 0 0,-1-1 0,0-1 0,0 1 0,-1 0 0,1 0 0,0 0 0,0-1 0,-1 1 0,1 0 0,0-1 0,-1 1 0,0-1 0,1 1 0,0-3 0,4-55 0,-5 58 0,-3-273 0,-4 238 0,7 35 0,0 1 0,0-1 0,0 1 0,0-1 0,0 1 0,0-1 0,0 1 0,-1-1 0,1 1 0,0 0 0,0-1 0,0 1 0,-1-1 0,1 1 0,0-1 0,-1 1 0,1 0 0,0-1 0,-1 1 0,1 0 0,0-1 0,-1 1 0,1 0 0,-1-1 0,1 1 0,0 0 0,-1 0 0,1 0 0,-1-1 0,1 1 0,-1 0 0,1 0 0,-1 0 0,1 0 0,-1 0 0,1 0 0,-1 0 0,1 0 0,-1 0 0,1 0 0,-1 0 0,1 0 0,-1 0 0,1 1 0,-1-1 0,1 0 0,-1 0 0,1 0 0,0 1 0,-1-1 0,1 0 0,-1 1 0,1-1 0,0 0 0,-1 1 0,1-1 0,0 0 0,-1 1 0,1-1 0,0 1 0,0-1 0,-1 0 0,1 1 0,0-1 0,0 1 0,0-1 0,0 1 0,-1 0 0,-2 6-103,0 0 0,0 1-1,1-1 1,0 1-1,0 0 1,1-1 0,-1 1-1,1 10 1,1-13-332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4:25.5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4:26.5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4:30.9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1357 997 24575,'2'0'0,"0"0"0,-1 1 0,1-1 0,-1 1 0,1-1 0,-1 1 0,1-1 0,-1 1 0,1 0 0,-1 0 0,1 0 0,-1 0 0,0 0 0,0 0 0,0 0 0,1 0 0,-1 0 0,0 0 0,0 1 0,-1-1 0,1 0 0,1 3 0,15 37 0,-12-26 0,16 45 0,7 19 0,-14-46 0,6 14 0,-18-45 0,-2-7 0,-10-28 0,-35-122 0,37 134 0,-1 0 0,0 1 0,-2 0 0,0 0 0,-25-32 0,-9-16 0,21 16 0,21 43 0,0 0 0,-1 0 0,0 1 0,0-1 0,-1 1 0,-7-10 0,-11-11 0,20 23 0,-1 1 0,0 0 0,1 0 0,-2 0 0,1 0 0,-1 1 0,1-1 0,-1 1 0,0 0 0,-1 1 0,1-1 0,-1 1 0,-7-3 0,-4 1 0,0 1 0,0 1 0,0 1 0,-1 0 0,-20 1 0,-88 8 0,98-4 0,-51 15 0,74-15 0,14-2 0,19-3 0,320-94 0,-100 5-164,-211 80-31,1 2 0,0 2 0,40-3 0,1-1 67,-65 8 323,0 0 1,25-11-1,17-5 276,-35 15-455,-12 3-17,-1-1 1,0 0 0,0 0 0,0-1 0,12-5 0,-16 2 0,-12 2 0,-14 2 0,11 4 0,-1 1 0,0 0 0,1 1 0,0 0 0,0 1 0,-11 7 0,-40 14 0,-127 38 0,150-50 0,0-2 0,-1-2 0,-1-2 0,0-1 0,0-2 0,0-2 0,-48-2 0,65 0 0,0 2 0,1 0 0,-1 2 0,-24 8 0,19-6 0,0 0 0,-31 3 0,-47 3-239,57-6 32,-53 2 1,88-10 114,0 2 0,0 0 0,0 0 1,0 2-1,0 0 0,-28 9 0,2 1 150,0-2-1,-2-2 1,-55 5-1,83-12 108,-25 2-58,15-1-64,1 0 0,-44 12 1,68-15-41,0 0 1,1 0-1,-1 0 1,0 0-1,0 0 1,0 0-1,0 0 1,0 1-1,0-1 1,0 0-1,0 0 1,0 0-1,0 0 1,0 0-1,0 0 0,0 0 1,0 0-1,0 1 1,0-1-1,0 0 1,0 0-1,0 0 1,0 0-1,0 0 1,0 0-1,0 0 1,0 1-1,0-1 1,0 0-1,0 0 1,0 0-1,0 0 1,0 0-1,0 0 1,0 0-1,0 0 1,-1 0-1,1 1 0,0-1 1,0 0-1,0 0 1,0 0-1,0 0 1,0 0-1,0 0 1,0 0-1,0 0 1,-1 0-1,1 0 1,0 0-1,0 0 1,0 0-1,0 0 1,0 0-1,0 0 1,0 0-1,0 0 1,-1 0-1,1 0 1,0 0-1,0 0 0,15 3 213,21-1 16,-10-5-232,0-2 0,1-1 0,-2-1 0,1-1 0,33-15 0,-25 9 0,66-16 0,-82 25 0,0-1 0,28-13 0,11-3 0,-31 13 0,0 1 0,1 2 0,0 1 0,50-4 0,-59 7 0,1 0 0,-1-2 0,1 0 0,26-11 0,21-4 0,-53 16 0,-8 2 0,-1 1 0,1-1 0,0-1 0,0 1 0,0-1 0,-1 1 0,1-1 0,-1-1 0,7-3 0,-11 5 0,-1 1 0,1-1 0,0 1 0,-1 0 0,1-1 0,-1 1 0,1-1 0,0 1 0,-1 0 0,1-1 0,-1 1 0,1 0 0,-1-1 0,1 1 0,-1 0 0,1 0 0,-1-1 0,1 1 0,-1 0 0,0 0 0,1 0 0,-1 0 0,1 0 0,-1 0 0,1 0 0,-1 0 0,0 0 0,1 0 0,-1 0 0,-22-2 0,-471 0 0,237 5 0,200-5 0,22 1 0,-60 5 0,48 9 0,44-12 0,1-1 0,-1 1 0,1 0 0,-1 1 0,1-1 0,0 0 0,0 1 0,-1-1 0,1 1 0,0 0 0,0-1 0,1 1 0,-1 0 0,0 0 0,-2 4 0,4-5 0,0 0 0,0 0 0,0-1 0,0 1 0,0 0 0,0 0 0,0 0 0,0 0 0,1 0 0,-1 0 0,0-1 0,0 1 0,1 0 0,-1 0 0,0 0 0,1 0 0,-1-1 0,1 1 0,-1 0 0,1 0 0,0-1 0,-1 1 0,1-1 0,0 1 0,-1 0 0,1-1 0,0 1 0,-1-1 0,1 0 0,0 1 0,0-1 0,0 1 0,0-1 0,-1 0 0,1 0 0,1 1 0,35 7 0,-37-8 0,76 6 0,141-6 0,-91-2 0,428 2 0,-530-2 0,-1-1 0,0 0 0,0-2 0,26-8 0,-21 5 0,0 1 0,36-3 0,52 8 0,-79 2 0,0 0 0,59-10 0,-20 1 0,-58 8 0,0-1 0,0-1 0,0 0 0,0-1 0,0-1 0,-1 0 0,19-10 0,-19 7 0,1 0 0,0 1 0,0 0 0,1 2 0,0 0 0,0 1 0,34-2 0,18-3 0,122-6 0,196 16 0,-477 0 0,23 1 0,-71-7 0,108 1 0,-51-16 0,54 12 0,-1 2 0,-41-5 0,-261 7 0,170 7 0,-51-3 0,209 0 0,-1 0 0,1 0 0,-1 0 0,1 1 0,-1-1 0,1 0 0,-1 0 0,1 0 0,0 0 0,-1 0 0,1 0 0,-1 0 0,1 0 0,-1 0 0,1 0 0,-1 0 0,1 0 0,-1-1 0,1 1 0,0 0 0,-1 0 0,1 0 0,-1-1 0,1 1 0,0 0 0,-1 0 0,1-1 0,-1 1 0,1 0 0,0-1 0,-1 1 0,1 0 0,0-1 0,0 1 0,-1 0 0,1-1 0,0 0 0,15-12 0,33-9 0,-28 18 0,1 0 0,0 1 0,0 1 0,23 1 0,-25 1 0,0 0 0,-1-2 0,1 0 0,0-1 0,32-10 0,-13 2 0,0 1 0,0 2 0,68-5 0,-50 7 0,55 1 0,2-1 0,-98 3-164,0-1 0,-1 0 0,21-9-1,9-3-125,206-54-608,-221 63 801,1 1 0,1 1-1,45-1 1,96 8-52,-60 1 130,371-3 2421,-450-1-2402,55-11 0,15 0 0,123 12 0,32-1 0,-143-12 0,31 0 0,640 11 0,-379 4 0,-398-2 0,1 0 0,-1 1 0,1 0 0,0 0 0,-1 1 0,0 0 0,1 1 0,-1 0 0,0 1 0,0-1 0,-1 2 0,1-1 0,9 8 0,-9-7 0,0 0 0,0 0 0,0-1 0,0 0 0,1-1 0,-1 0 0,19 3 0,4-3 0,37 1 0,-37-3 0,34 5 0,35 5 0,0-4 0,125-8 0,-77-2 0,743 3 0,-872-1 0,0-1 0,0-2 0,0 0 0,29-9 0,-22 5 0,39-7 0,50 0 0,140-2 0,82 18 0,-322 1 0,0 0 0,0 0 0,0 1 0,0 1 0,21 9 0,-18-7 0,-1 0 0,1-1 0,29 3 0,147-6 0,-17-2 0,-89 12 0,7 1 0,-45-12 0,-31-2 0,-1 2 0,1 0 0,-1 1 0,0 1 0,0 1 0,22 7 0,-9-2 0,0-1 0,0-2 0,0-1 0,0-2 0,1-1 0,36-2 0,-16 1 0,58 7 0,112 10 0,-207-15 0,0 1 0,29 12 0,-29-11 0,-1 1 0,28 5 0,157 10 0,-157-16 0,57-1 0,-62-5 0,0 3 0,49 8 0,-49-4 0,0-3 0,43 0 0,33 3 0,-89-2 0,-1 1 0,26 9 0,-24-6 0,38 6 0,7-3 0,-18-2 0,84 4 0,-91-14 0,-27 0 0,-1 1 0,1 0 0,0 2 0,-1 0 0,0 1 0,1 0 0,20 8 0,69 30-1365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0:34:36.9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3951 420 24575,'-111'1'0,"-115"14"0,214-13 0,-7 0 0,0 0 0,1 2 0,0 0 0,-1 1 0,-17 8 0,5-1 0,0-1 0,-1-1 0,0-2 0,-1-2 0,-59 5 0,-170-9 0,132-4 0,-317 2 0,436 0 0,1-1 0,0 0 0,-17-4 0,25 5 0,1 0 0,-1 0 0,0-1 0,1 1 0,-1 0 0,1-1 0,-1 1 0,1-1 0,-1 0 0,1 0 0,0 1 0,-1-1 0,1 0 0,0 0 0,0 0 0,-1 0 0,1-1 0,0 1 0,0 0 0,0 0 0,0-1 0,1 1 0,-1 0 0,0-1 0,0 1 0,1-1 0,-1 1 0,1-1 0,0 1 0,-1-1 0,1 0 0,0-2 0,0 3 0,1-1 0,0 0 0,0 1 0,0-1 0,0 0 0,0 1 0,0-1 0,0 1 0,0-1 0,1 1 0,-1 0 0,1 0 0,-1-1 0,1 1 0,-1 0 0,1 0 0,-1 1 0,1-1 0,0 0 0,0 0 0,0 1 0,-1-1 0,1 1 0,3-1 0,49-7 0,-50 8 0,301-3 0,-148 7 0,-120-3 0,-24 0 0,-1 0 0,0-1 0,0 0 0,0-1 0,1-1 0,-1 0 0,0 0 0,12-5 0,-24 7 0,0 0 0,0 0 0,-1 0 0,1 0 0,0 0 0,0 0 0,0 0 0,-1 0 0,1 0 0,0 0 0,0 0 0,0 0 0,-1-1 0,1 1 0,0 0 0,0 0 0,0 0 0,0 0 0,-1 0 0,1-1 0,0 1 0,0 0 0,0 0 0,0 0 0,0 0 0,0-1 0,-1 1 0,1 0 0,0 0 0,0 0 0,0-1 0,0 1 0,0 0 0,0 0 0,0-1 0,0 1 0,0 0 0,0 0 0,0 0 0,0-1 0,0 1 0,0 0 0,0 0 0,0 0 0,0-1 0,0 1 0,1 0 0,-1 0 0,0 0 0,0-1 0,0 1 0,0 0 0,0 0 0,0 0 0,1 0 0,-1-1 0,0 1 0,0 0 0,0 0 0,0 0 0,1 0 0,-21-4 0,-25 0 0,24 3 0,0-1 0,0-1 0,1 0 0,-22-8 0,-14-4 0,-1 2 0,-111-10 0,156 22 0,-250-5 0,165 7 0,35-6 0,58 5 0,1-1 0,0 1 0,0-1 0,-1 0 0,1 0 0,0 0 0,0-1 0,0 1 0,0-1 0,0 1 0,0-1 0,1 0 0,-1 0 0,0-1 0,-3-4 0,6 7 0,0-1 0,-1 1 0,1-1 0,0 1 0,0-1 0,1 1 0,-1-1 0,0 0 0,0 1 0,0-1 0,0 1 0,0-1 0,0 1 0,1-1 0,-1 1 0,0-1 0,0 1 0,1-1 0,-1 1 0,0 0 0,1-1 0,-1 1 0,1-1 0,-1 1 0,0 0 0,1-1 0,-1 1 0,1 0 0,-1-1 0,1 1 0,-1 0 0,1 0 0,-1 0 0,1-1 0,-1 1 0,1 0 0,0 0 0,-1 0 0,1 0 0,-1 0 0,1 0 0,0 0 0,28-5 0,-28 5 0,305-4 0,-157 7 0,896-3 0,-1031 0 0,1 0 0,-1-1 0,0-1 0,0 0 0,25-8 0,-39 10 0,1 0 0,-1-1 0,0 1 0,0 0 0,0 0 0,0 0 0,1 0 0,-1 0 0,0 0 0,0 0 0,0 0 0,0 0 0,0 0 0,0 0 0,1-1 0,-1 1 0,0 0 0,0 0 0,0 0 0,0 0 0,0 0 0,0-1 0,0 1 0,0 0 0,0 0 0,0 0 0,1 0 0,-1 0 0,0-1 0,0 1 0,0 0 0,0 0 0,0 0 0,0 0 0,0-1 0,0 1 0,0 0 0,0 0 0,-1 0 0,1 0 0,0-1 0,0 1 0,0 0 0,0 0 0,0 0 0,0 0 0,0 0 0,0-1 0,0 1 0,0 0 0,-1 0 0,1 0 0,0 0 0,-13-10 0,-18-5 0,-7 2 0,-1 1 0,-1 2 0,1 2 0,-1 1 0,-1 3 0,-67-1 0,65 4 0,-52-10 0,-29-1 0,-664 10 0,384 4 0,390-1 0,0-1 0,0-1 0,1-1 0,-1 0 0,1 0 0,-1-1 0,-21-9 0,-12-5 0,-80-17 0,94 26 0,-31-14 0,49 16 0,0 1 0,-1 0 0,-22-4 0,-157-12 0,96 12 0,-173 7 0,132 4 0,-529-2-1365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7E9A2-43E3-EF64-4A96-BD825DBF6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C885AA-BDC3-03CE-0C61-21AB179D8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86D3E2-F89D-41F7-C318-DC8DD805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2F669-2834-C9E9-BA5F-2E1C617F1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E0B014-C7D4-94F3-A2B7-EF80828C3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07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93822-1E7A-BB4F-2612-B785B74F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908821-581D-0039-F521-81ED0C4C2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8C8431-B17F-B4A7-02BD-F7D4B225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8FA938-CFF4-6D7B-651B-59DE790C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04544E-3D7D-0ACE-21CB-BE670DF4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89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B93D5-E429-FE2D-B4DE-77020B6EF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0148F7-00DC-627A-4A9E-7E433568D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BC66FA-1F19-3F65-A928-314237AB5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2A19B2-F5CA-4D0C-EF56-C3679101E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E1EEDE-73B6-B2ED-985E-85F41790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58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A17B9-D1CE-BC29-E7A2-6DEFE6C18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88D11B-9927-8676-CC07-319AAA62A5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3935AB-9BDA-144D-8C27-FAE70D0B6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DBF588-471A-F3FE-8BBE-49CD3ABF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2CA5E9-0711-B094-64FF-78651F46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5272CC-40BC-C1D2-96E8-85137D58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19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0BF9B-3D69-F227-8720-0C1B953DD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C5E6EF-2F1A-29FC-ADC3-25CB281B6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865FB4-CF4A-0770-EFFC-9E54357FE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EFC8BD-0E81-8656-E797-2E959E7CB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E6E1C2-1487-AEA7-442B-57AF50979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EE2E8E-A64F-A39C-5304-6430CE920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E5C7D6-CCA8-9830-2579-E9F0EE1B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034DF1-D6F2-5128-B50F-A06C6D4A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50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8D49A-A257-8CB2-6037-694E28E3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68434F-3EEC-20D8-FF84-2F6227C3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E251BF-6C8E-363A-54E4-1469BD15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7AC2F8-B225-7C61-DDE6-4FFB297E1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10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228922-F7ED-8AC4-0C56-917CA36C2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C97D5F-6E4E-AA26-F007-ED69E2C1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A07114-88DB-74F9-32A4-AB98656B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775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9FDBE-2E85-6B93-D81D-EA9A4666E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956EB1-5056-E029-EB2E-67D9B89FF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607A9D-3477-9F66-B9BD-6832C913E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DB746-6DCD-1FEA-E17E-4EB9CFF1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0F02E2-5806-D39C-3E9E-55DF275A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F30DAA-D486-CFAC-6D19-FB5103A0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98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BE34A-700B-0F7B-7F75-437ED2CC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14519F-D6E3-D22D-19D1-87AF633557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730A45-0946-4901-37AB-D11C15189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52B510-CA49-7115-34BA-FCED91A6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1D4071-0C12-2803-33E7-3FD17DFA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6A07F0-DE21-1718-560C-0DAF4F40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981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B8302-DFB1-1670-A106-27F41DDE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86A216-F43E-F151-644D-CFB2CEF5A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D7464A-F1D2-C020-E868-C1DE30BFC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BA78BA-C0A5-975B-D77B-8E132420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6BEA8F-3199-FEFC-F7FB-46C165531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28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A0407C-EE00-48B1-8CA5-BAEBB7648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550BB6-7226-62DB-276D-34468302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414B16-8FC8-0D3E-6A5D-803A772B8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95371F-40D2-20F2-F07E-A45CD3E1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7E511B-6AC2-0D34-1F96-789084E8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074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D35438-B655-2034-8ACD-1C621C62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F99B1B-B7D6-E346-4904-390A5628A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C7A898-89E6-23E7-595F-0A78F1F06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6DB4F-C5D4-43D3-B2C7-E63A2E59DFED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00D0F0-A426-EB73-E9FD-F10985D08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94747F-A9A3-19FE-63EF-0810E55C9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5020F-AFF3-4FFE-8D0F-DE8C49C77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08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" Type="http://schemas.openxmlformats.org/officeDocument/2006/relationships/image" Target="../media/image3.png"/><Relationship Id="rId21" Type="http://schemas.openxmlformats.org/officeDocument/2006/relationships/customXml" Target="../ink/ink10.xml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24" Type="http://schemas.openxmlformats.org/officeDocument/2006/relationships/customXml" Target="../ink/ink12.xml"/><Relationship Id="rId5" Type="http://schemas.openxmlformats.org/officeDocument/2006/relationships/image" Target="../media/image30.png"/><Relationship Id="rId15" Type="http://schemas.openxmlformats.org/officeDocument/2006/relationships/image" Target="../media/image8.png"/><Relationship Id="rId23" Type="http://schemas.openxmlformats.org/officeDocument/2006/relationships/image" Target="../media/image11.png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31261-6EA8-FB1B-1DF6-873E7FAF7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937" y="471942"/>
            <a:ext cx="11532125" cy="3057476"/>
          </a:xfrm>
        </p:spPr>
        <p:txBody>
          <a:bodyPr>
            <a:normAutofit/>
          </a:bodyPr>
          <a:lstStyle/>
          <a:p>
            <a:r>
              <a:rPr lang="zh-CN" altLang="en-US" dirty="0"/>
              <a:t>  走近</a:t>
            </a:r>
            <a:r>
              <a:rPr lang="en-US" altLang="zh-CN" b="1" dirty="0"/>
              <a:t>LoRA</a:t>
            </a:r>
            <a:r>
              <a:rPr lang="zh-CN" altLang="en-US" b="1" dirty="0"/>
              <a:t>微调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br>
              <a:rPr lang="en-US" altLang="zh-CN" dirty="0"/>
            </a:br>
            <a:r>
              <a:rPr lang="en-US" altLang="zh-CN" b="1" dirty="0"/>
              <a:t>LoRA</a:t>
            </a:r>
            <a:r>
              <a:rPr lang="zh-CN" altLang="en-US" dirty="0"/>
              <a:t>这样节省显存和计算量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D8654A-03E2-B7CD-DA94-3274333183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D2B6E8-1E4D-C954-7D32-BB29BCFCD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9" y="4405312"/>
            <a:ext cx="20955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4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CBC79D-DC6F-E32A-7DCE-32FFCB9A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3FF265-F9C2-39F8-A90E-33F32054B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预训练</a:t>
            </a:r>
            <a:r>
              <a:rPr lang="en-US" altLang="zh-CN" dirty="0"/>
              <a:t>-</a:t>
            </a:r>
            <a:r>
              <a:rPr lang="zh-CN" altLang="en-US" dirty="0"/>
              <a:t>微调范式</a:t>
            </a:r>
            <a:endParaRPr lang="en-US" altLang="zh-CN" dirty="0"/>
          </a:p>
          <a:p>
            <a:r>
              <a:rPr lang="en-US" altLang="zh-CN" dirty="0"/>
              <a:t>LoRA</a:t>
            </a:r>
            <a:r>
              <a:rPr lang="zh-CN" altLang="en-US" dirty="0"/>
              <a:t>微调如何节省显存</a:t>
            </a:r>
            <a:endParaRPr lang="en-US" altLang="zh-CN" dirty="0"/>
          </a:p>
          <a:p>
            <a:r>
              <a:rPr lang="en-US" altLang="zh-CN" dirty="0"/>
              <a:t>LoRA</a:t>
            </a:r>
            <a:r>
              <a:rPr lang="zh-CN" altLang="en-US" dirty="0"/>
              <a:t>微调如何节省计算量</a:t>
            </a:r>
            <a:endParaRPr lang="en-US" altLang="zh-CN" dirty="0"/>
          </a:p>
          <a:p>
            <a:pPr lvl="1"/>
            <a:r>
              <a:rPr lang="zh-CN" altLang="en-US" dirty="0"/>
              <a:t>神经网络如何更新参数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770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F3A90-1A84-4A79-A8E6-9854B6A33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341209-B753-53DF-29DE-ACEC3C5A3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A277D3-048A-C011-8411-1CAB4F120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48" y="1781886"/>
            <a:ext cx="10721104" cy="50761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791C25A-E879-900A-5FD2-E005043B1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1255"/>
            <a:ext cx="10515600" cy="12733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7C5A3BEC-5B38-EB05-9636-FECC9DD945AE}"/>
                  </a:ext>
                </a:extLst>
              </p14:cNvPr>
              <p14:cNvContentPartPr/>
              <p14:nvPr/>
            </p14:nvContentPartPr>
            <p14:xfrm>
              <a:off x="5099278" y="6588865"/>
              <a:ext cx="36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7C5A3BEC-5B38-EB05-9636-FECC9DD945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36638" y="652586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86A417D0-0CFF-655C-74DF-F0E4046E4AF8}"/>
                  </a:ext>
                </a:extLst>
              </p14:cNvPr>
              <p14:cNvContentPartPr/>
              <p14:nvPr/>
            </p14:nvContentPartPr>
            <p14:xfrm>
              <a:off x="4995958" y="6871372"/>
              <a:ext cx="232200" cy="2880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86A417D0-0CFF-655C-74DF-F0E4046E4A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33318" y="6808732"/>
                <a:ext cx="35784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E1D970EF-83A2-FFBB-47C0-163B5C306E99}"/>
                  </a:ext>
                </a:extLst>
              </p14:cNvPr>
              <p14:cNvContentPartPr/>
              <p14:nvPr/>
            </p14:nvContentPartPr>
            <p14:xfrm>
              <a:off x="2912638" y="6871732"/>
              <a:ext cx="379800" cy="3024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E1D970EF-83A2-FFBB-47C0-163B5C306E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49638" y="6808732"/>
                <a:ext cx="50544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9798A78F-1C6E-3933-4790-F33EEF903625}"/>
                  </a:ext>
                </a:extLst>
              </p14:cNvPr>
              <p14:cNvContentPartPr/>
              <p14:nvPr/>
            </p14:nvContentPartPr>
            <p14:xfrm>
              <a:off x="1319638" y="6871732"/>
              <a:ext cx="869760" cy="5004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9798A78F-1C6E-3933-4790-F33EEF90362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56638" y="6809092"/>
                <a:ext cx="99540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9EA13439-8388-8E11-30F2-14F41BA0F0DB}"/>
                  </a:ext>
                </a:extLst>
              </p14:cNvPr>
              <p14:cNvContentPartPr/>
              <p14:nvPr/>
            </p14:nvContentPartPr>
            <p14:xfrm>
              <a:off x="6127078" y="6852652"/>
              <a:ext cx="273600" cy="11412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9EA13439-8388-8E11-30F2-14F41BA0F0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64438" y="6790012"/>
                <a:ext cx="399240" cy="23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5E137640-FD5E-A3E4-7886-87EED13CA94E}"/>
              </a:ext>
            </a:extLst>
          </p:cNvPr>
          <p:cNvGrpSpPr/>
          <p:nvPr/>
        </p:nvGrpSpPr>
        <p:grpSpPr>
          <a:xfrm>
            <a:off x="5175238" y="6503092"/>
            <a:ext cx="6201720" cy="542520"/>
            <a:chOff x="5175238" y="6503092"/>
            <a:chExt cx="6201720" cy="54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64B0055F-CFBA-346F-D524-7DD1D9E72C20}"/>
                    </a:ext>
                  </a:extLst>
                </p14:cNvPr>
                <p14:cNvContentPartPr/>
                <p14:nvPr/>
              </p14:nvContentPartPr>
              <p14:xfrm>
                <a:off x="5175238" y="6522985"/>
                <a:ext cx="6201720" cy="37044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64B0055F-CFBA-346F-D524-7DD1D9E72C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12238" y="6459985"/>
                  <a:ext cx="632736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E3989144-39DC-5603-C7D2-83A521DD8F99}"/>
                    </a:ext>
                  </a:extLst>
                </p14:cNvPr>
                <p14:cNvContentPartPr/>
                <p14:nvPr/>
              </p14:nvContentPartPr>
              <p14:xfrm>
                <a:off x="5259838" y="6683092"/>
                <a:ext cx="104040" cy="6156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E3989144-39DC-5603-C7D2-83A521DD8F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96838" y="6620092"/>
                  <a:ext cx="229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206E464C-6E1C-03FD-3D96-BDCBAEF962E6}"/>
                    </a:ext>
                  </a:extLst>
                </p14:cNvPr>
                <p14:cNvContentPartPr/>
                <p14:nvPr/>
              </p14:nvContentPartPr>
              <p14:xfrm>
                <a:off x="5354158" y="6503092"/>
                <a:ext cx="1716480" cy="25668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206E464C-6E1C-03FD-3D96-BDCBAEF962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91158" y="6440452"/>
                  <a:ext cx="18421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90C5BA66-BB85-16A8-02FE-85EAEBFB14AF}"/>
                    </a:ext>
                  </a:extLst>
                </p14:cNvPr>
                <p14:cNvContentPartPr/>
                <p14:nvPr/>
              </p14:nvContentPartPr>
              <p14:xfrm>
                <a:off x="7069558" y="6560692"/>
                <a:ext cx="360" cy="36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90C5BA66-BB85-16A8-02FE-85EAEBFB14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06918" y="649769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958955BF-B015-6EE4-FDBA-3305D8CA7C6E}"/>
                    </a:ext>
                  </a:extLst>
                </p14:cNvPr>
                <p14:cNvContentPartPr/>
                <p14:nvPr/>
              </p14:nvContentPartPr>
              <p14:xfrm>
                <a:off x="7315078" y="6833932"/>
                <a:ext cx="360" cy="36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958955BF-B015-6EE4-FDBA-3305D8CA7C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52078" y="677129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883084D3-5189-1253-DDE5-F803A9B0335A}"/>
                    </a:ext>
                  </a:extLst>
                </p14:cNvPr>
                <p14:cNvContentPartPr/>
                <p14:nvPr/>
              </p14:nvContentPartPr>
              <p14:xfrm>
                <a:off x="6977038" y="6579052"/>
                <a:ext cx="4281840" cy="4665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883084D3-5189-1253-DDE5-F803A9B0335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14398" y="6516052"/>
                  <a:ext cx="4407480" cy="59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13817A4C-D440-BC23-99F0-7BE4AACBB3C1}"/>
                  </a:ext>
                </a:extLst>
              </p14:cNvPr>
              <p14:cNvContentPartPr/>
              <p14:nvPr/>
            </p14:nvContentPartPr>
            <p14:xfrm>
              <a:off x="9823558" y="6522532"/>
              <a:ext cx="1422720" cy="19044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13817A4C-D440-BC23-99F0-7BE4AACBB3C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760558" y="6459532"/>
                <a:ext cx="1548360" cy="31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248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006EE-A662-3D01-DFEE-58C0B5D36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全量微调的改进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2CB4C3-A8AE-8C80-AEA2-07A19F59A7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319893"/>
              </a:xfrm>
            </p:spPr>
            <p:txBody>
              <a:bodyPr/>
              <a:lstStyle/>
              <a:p>
                <a:r>
                  <a:rPr lang="en-US" altLang="zh-CN" dirty="0"/>
                  <a:t>h=Wx  </a:t>
                </a:r>
                <a:r>
                  <a:rPr lang="zh-CN" altLang="en-US" dirty="0"/>
                  <a:t>其中</a:t>
                </a:r>
                <a:r>
                  <a:rPr lang="en-US" altLang="zh-CN" dirty="0"/>
                  <a:t>W</a:t>
                </a:r>
                <a:r>
                  <a:rPr lang="zh-CN" altLang="en-US" dirty="0"/>
                  <a:t>为权重矩阵，也就是参数矩阵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在训练过程中每次需要更新整个</a:t>
                </a:r>
                <a:r>
                  <a:rPr lang="en-US" altLang="zh-CN" dirty="0"/>
                  <a:t>W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成本高</a:t>
                </a:r>
                <a:endParaRPr lang="en-US" altLang="zh-CN" dirty="0"/>
              </a:p>
              <a:p>
                <a:r>
                  <a:rPr lang="zh-CN" altLang="en-US" dirty="0"/>
                  <a:t>新发现</a:t>
                </a:r>
                <a:endParaRPr lang="en-US" altLang="zh-CN" dirty="0"/>
              </a:p>
              <a:p>
                <a:r>
                  <a:rPr lang="en-US" altLang="zh-CN" dirty="0"/>
                  <a:t>LoRA</a:t>
                </a:r>
                <a:r>
                  <a:rPr lang="zh-CN" altLang="en-US" dirty="0"/>
                  <a:t>的研究人员们借鉴了这个发现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冻结预训练权重（记作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h=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b="0" dirty="0"/>
                  <a:t>x+ABx   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对参数的增量做低秩分解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b="0" dirty="0"/>
                  <a:t>:</a:t>
                </a:r>
                <a:r>
                  <a:rPr lang="en-US" altLang="zh-CN" b="0" dirty="0" err="1"/>
                  <a:t>n×m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A:n×r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B:r×m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2CB4C3-A8AE-8C80-AEA2-07A19F59A7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319893"/>
              </a:xfrm>
              <a:blipFill>
                <a:blip r:embed="rId2"/>
                <a:stretch>
                  <a:fillRect l="-1043" t="-20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88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0C5BDA8-2730-4F0A-F366-7371AE1AFB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:n×m to A:n×r, B:r×m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0C5BDA8-2730-4F0A-F366-7371AE1AFB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2DCD9F-3C8C-51BD-4472-307840C4DC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全量微调的参数量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nm</a:t>
                </a:r>
              </a:p>
              <a:p>
                <a:r>
                  <a:rPr lang="en-US" altLang="zh-CN" dirty="0"/>
                  <a:t>LoRA</a:t>
                </a:r>
                <a:r>
                  <a:rPr lang="zh-CN" altLang="en-US" dirty="0"/>
                  <a:t>微调的参数量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nr+rm=r(n+m)</a:t>
                </a:r>
              </a:p>
              <a:p>
                <a:r>
                  <a:rPr lang="en-US" altLang="zh-CN" dirty="0"/>
                  <a:t>r(n+m)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en-US" altLang="zh-CN" b="0" dirty="0"/>
                  <a:t>nm</a:t>
                </a:r>
              </a:p>
              <a:p>
                <a:r>
                  <a:rPr lang="zh-CN" altLang="en-US" b="0" dirty="0"/>
                  <a:t>原因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r</a:t>
                </a:r>
                <a:r>
                  <a:rPr lang="zh-CN" altLang="en-US" dirty="0"/>
                  <a:t>可以取得很小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8</a:t>
                </a:r>
                <a:r>
                  <a:rPr lang="zh-CN" altLang="en-US" b="0" dirty="0"/>
                  <a:t>，</a:t>
                </a:r>
                <a:r>
                  <a:rPr lang="en-US" altLang="zh-CN" b="0" dirty="0"/>
                  <a:t>4</a:t>
                </a:r>
                <a:r>
                  <a:rPr lang="zh-CN" altLang="en-US" b="0" dirty="0"/>
                  <a:t>甚至</a:t>
                </a:r>
                <a:r>
                  <a:rPr lang="en-US" altLang="zh-CN" b="0" dirty="0"/>
                  <a:t>1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2DCD9F-3C8C-51BD-4472-307840C4DC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85483A7F-9033-E80E-0A98-B9D3470D7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523" y="2360468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1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5F392-D5A4-530F-416B-9963B297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</a:t>
            </a:r>
            <a:r>
              <a:rPr lang="zh-CN" altLang="en-US" dirty="0"/>
              <a:t>很小，</a:t>
            </a:r>
            <a:r>
              <a:rPr lang="en-US" altLang="zh-CN" dirty="0"/>
              <a:t>LoRA</a:t>
            </a:r>
            <a:r>
              <a:rPr lang="zh-CN" altLang="en-US" dirty="0"/>
              <a:t>的效果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9B9FD5-973B-4BF8-9452-51CE2FF62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2565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我们发现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一味增大</a:t>
            </a:r>
            <a:r>
              <a:rPr lang="en-US" altLang="zh-CN" dirty="0"/>
              <a:t>r</a:t>
            </a:r>
            <a:r>
              <a:rPr lang="zh-CN" altLang="en-US" dirty="0"/>
              <a:t>并不会产生更好的效果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02A575-C2A2-BE53-FB6E-A87D39BE4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0469"/>
            <a:ext cx="10268932" cy="293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5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B82B7-8C26-B3D8-2020-F53CBE22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LoRA</a:t>
            </a:r>
            <a:r>
              <a:rPr lang="zh-CN" altLang="en-US" dirty="0"/>
              <a:t>节省显存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B18E3B-BA7A-AD9B-55AA-65F8955F7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zh-CN" altLang="en-US" dirty="0"/>
              <a:t>显存主要来自参数和激活值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优化器状态，模型的梯度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与参数量正相关的</a:t>
            </a:r>
            <a:endParaRPr lang="en-US" altLang="zh-CN" dirty="0"/>
          </a:p>
          <a:p>
            <a:r>
              <a:rPr lang="en-US" altLang="zh-CN" dirty="0"/>
              <a:t>LoRA</a:t>
            </a:r>
            <a:r>
              <a:rPr lang="zh-CN" altLang="en-US" dirty="0"/>
              <a:t>微调如何节省计算量？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通过节省反向传播时候的梯度计算量来完成的</a:t>
            </a:r>
            <a:endParaRPr lang="en-US" altLang="zh-CN" dirty="0"/>
          </a:p>
          <a:p>
            <a:r>
              <a:rPr lang="zh-CN" altLang="en-US" dirty="0"/>
              <a:t>什么是反向传播？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什么是梯度？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究竟怎么计算？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LoRA</a:t>
            </a:r>
            <a:r>
              <a:rPr lang="zh-CN" altLang="en-US" dirty="0"/>
              <a:t>又是如何节省计算量的？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7762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3B3E4-E8A1-35EA-55A6-E6174A1E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神经网络如何更新参数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6B332B-7DE1-900F-FF18-FC2ED3E713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768602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前馈神经网络</a:t>
                </a:r>
                <a:r>
                  <a:rPr lang="en-US" altLang="zh-CN" dirty="0"/>
                  <a:t>FFN</a:t>
                </a:r>
              </a:p>
              <a:p>
                <a:r>
                  <a:rPr lang="zh-CN" altLang="en-US" dirty="0"/>
                  <a:t>多层感知器</a:t>
                </a:r>
                <a:r>
                  <a:rPr lang="en-US" altLang="zh-CN" dirty="0"/>
                  <a:t>MLP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输入层 隐藏层 输出层</a:t>
                </a:r>
                <a:endParaRPr lang="en-US" altLang="zh-CN" dirty="0"/>
              </a:p>
              <a:p>
                <a:r>
                  <a:rPr lang="zh-CN" altLang="en-US" dirty="0"/>
                  <a:t>更新参数的具体过程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前向传播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损失函数 如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𝑝𝑟𝑒𝑑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反向传播 求梯度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更新参数 新参数</a:t>
                </a:r>
                <a:r>
                  <a:rPr lang="en-US" altLang="zh-CN" dirty="0"/>
                  <a:t>=</a:t>
                </a:r>
                <a:r>
                  <a:rPr lang="zh-CN" altLang="en-US" dirty="0"/>
                  <a:t>旧参数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学习率</a:t>
                </a:r>
                <a:r>
                  <a:rPr lang="en-US" altLang="zh-CN" dirty="0"/>
                  <a:t>×</a:t>
                </a:r>
                <a:r>
                  <a:rPr lang="zh-CN" altLang="en-US" dirty="0"/>
                  <a:t>梯度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重复上述过程，不断更新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6B332B-7DE1-900F-FF18-FC2ED3E713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7686021"/>
              </a:xfrm>
              <a:blipFill>
                <a:blip r:embed="rId2"/>
                <a:stretch>
                  <a:fillRect l="-1043" t="-14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887C3BA-8C92-8173-2542-D486BB31D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883" y="2408959"/>
            <a:ext cx="23717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6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968A4-5362-8C30-463C-D4E8DE18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LoRA</a:t>
            </a:r>
            <a:r>
              <a:rPr lang="zh-CN" altLang="en-US" dirty="0"/>
              <a:t>如何反向传播求梯度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C83FC3E-1F0E-68DD-E8BA-6990A72C9E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527282"/>
              </a:xfrm>
            </p:spPr>
            <p:txBody>
              <a:bodyPr/>
              <a:lstStyle/>
              <a:p>
                <a:r>
                  <a:rPr lang="zh-CN" altLang="en-US" dirty="0"/>
                  <a:t>原始权重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n×m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损失函数</a:t>
                </a:r>
                <a:r>
                  <a:rPr lang="en-US" altLang="zh-CN" b="0" dirty="0"/>
                  <a:t>L=L(Y)   </a:t>
                </a:r>
                <a:r>
                  <a:rPr lang="zh-CN" altLang="en-US" b="0" dirty="0"/>
                  <a:t>输入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b="0" dirty="0"/>
                  <a:t>   </a:t>
                </a:r>
                <a:r>
                  <a:rPr lang="zh-CN" altLang="en-US" b="0" dirty="0"/>
                  <a:t>输出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我们来看</a:t>
                </a:r>
                <a:r>
                  <a:rPr lang="en-US" altLang="zh-CN" b="0" dirty="0"/>
                  <a:t>LoRA</a:t>
                </a:r>
                <a:r>
                  <a:rPr lang="zh-CN" altLang="en-US" b="0" dirty="0"/>
                  <a:t>的两种等效实现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分别计算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en-US" altLang="zh-CN" b="0" dirty="0"/>
                  <a:t>, </a:t>
                </a:r>
                <a:r>
                  <a:rPr lang="zh-CN" altLang="en-US" b="0" dirty="0"/>
                  <a:t>比较两种实现的计算复杂度</a:t>
                </a:r>
                <a:endParaRPr lang="en-US" altLang="zh-CN" b="0" dirty="0"/>
              </a:p>
              <a:p>
                <a:r>
                  <a:rPr lang="zh-CN" altLang="en-US" b="0" dirty="0"/>
                  <a:t>第一种实现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第二种实现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𝑋𝐴𝐵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𝑍𝐵</m:t>
                    </m:r>
                  </m:oMath>
                </a14:m>
                <a:r>
                  <a:rPr lang="zh-CN" altLang="en-US" b="0" dirty="0"/>
                  <a:t>，其中</a:t>
                </a:r>
                <a:r>
                  <a:rPr lang="en-US" altLang="zh-CN" b="0" dirty="0"/>
                  <a:t>Z=XZ</a:t>
                </a:r>
                <a:r>
                  <a:rPr lang="zh-CN" altLang="en-US" b="0" dirty="0"/>
                  <a:t>为中间输出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C83FC3E-1F0E-68DD-E8BA-6990A72C9E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527282"/>
              </a:xfrm>
              <a:blipFill>
                <a:blip r:embed="rId2"/>
                <a:stretch>
                  <a:fillRect l="-1043" t="-18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78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4777F77-9B82-25D8-3038-7B32E65754D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第一种实现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𝑋𝑊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4777F77-9B82-25D8-3038-7B32E65754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A2A0F6-A587-3627-EFE8-D4948260B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29161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Cambria Math" panose="02040503050406030204" pitchFamily="18" charset="0"/>
                  </a:rPr>
                  <a:t>求矩阵偏导数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凑矩阵形状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标量函数对矩阵求导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求得矩阵的形状与原矩阵一致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:r>
                  <a:rPr lang="en-US" altLang="zh-CN" dirty="0" err="1"/>
                  <a:t>n×r</a:t>
                </a:r>
                <a:r>
                  <a:rPr lang="en-US" altLang="zh-CN" dirty="0"/>
                  <a:t>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</m:oMath>
                </a14:m>
                <a:r>
                  <a:rPr lang="en-US" altLang="zh-CN" dirty="0"/>
                  <a:t> n×m    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由此推出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形状为 </a:t>
                </a:r>
                <a:r>
                  <a:rPr lang="en-US" altLang="zh-CN" dirty="0" err="1"/>
                  <a:t>m×r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A2A0F6-A587-3627-EFE8-D4948260B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291612"/>
              </a:xfrm>
              <a:blipFill>
                <a:blip r:embed="rId3"/>
                <a:stretch>
                  <a:fillRect l="-1043" t="-19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EAB4945-10A1-E028-5F88-F07A9C4EB9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550" y="2867890"/>
            <a:ext cx="35242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C44D49-7D21-F4DA-E1B1-15C57DB7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再来一次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3865A4-8DF0-B437-0D3B-A82C1D1B99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𝑋𝑊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n×m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 err="1"/>
                  <a:t>b×m</a:t>
                </a: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由此推出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</m:oMath>
                </a14:m>
                <a:r>
                  <a:rPr lang="zh-CN" altLang="en-US" dirty="0"/>
                  <a:t>形状为</a:t>
                </a:r>
                <a:r>
                  <a:rPr lang="en-US" altLang="zh-CN" dirty="0" err="1"/>
                  <a:t>n×b</a:t>
                </a:r>
                <a:r>
                  <a:rPr lang="zh-CN" altLang="en-US" dirty="0"/>
                  <a:t>，并且要左乘在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</m:oMath>
                </a14:m>
                <a:r>
                  <a:rPr lang="zh-CN" altLang="en-US" dirty="0"/>
                  <a:t> 上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因此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同理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den>
                        </m:f>
                      </m:e>
                    </m:d>
                  </m:oMath>
                </a14:m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3865A4-8DF0-B437-0D3B-A82C1D1B99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814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B9FAF8B-D95C-847E-F77E-B9F0003C0F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第一种实现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𝑋𝑊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B9FAF8B-D95C-847E-F77E-B9F0003C0F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836975-B6DE-A1E8-9F61-25DC550119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r>
                  <a:rPr lang="zh-CN" altLang="en-US" dirty="0"/>
                  <a:t>后果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要算完整梯度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</m:oMath>
                </a14:m>
                <a:r>
                  <a:rPr lang="zh-CN" altLang="en-US" dirty="0"/>
                  <a:t>，才能算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算的多了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又慢又费显存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836975-B6DE-A1E8-9F61-25DC55011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95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6FA3264-DA5C-B86F-68F5-3CE4DBA0CB2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第二种实现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𝑋𝐴𝐵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𝑍𝐵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6FA3264-DA5C-B86F-68F5-3CE4DBA0CB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F5C651-179D-0AE4-5180-D71F18781B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𝑋𝐴</m:t>
                            </m:r>
                          </m:e>
                        </m:d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只需要对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求偏导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不仅节省了显存，还节省了计算量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F5C651-179D-0AE4-5180-D71F18781B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87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AB910-7606-70D4-BC0D-8FAB9006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LoRA</a:t>
            </a:r>
            <a:r>
              <a:rPr lang="zh-CN" altLang="en-US" dirty="0"/>
              <a:t>的独特优点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881DC-C82A-F3BE-8DDB-8C7B52FFF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21930"/>
          </a:xfrm>
        </p:spPr>
        <p:txBody>
          <a:bodyPr/>
          <a:lstStyle/>
          <a:p>
            <a:r>
              <a:rPr lang="zh-CN" altLang="en-US" dirty="0"/>
              <a:t>很多其他参数高效的微调方法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降低了显存需求，但没有节省计算量</a:t>
            </a:r>
            <a:endParaRPr lang="en-US" altLang="zh-CN" dirty="0"/>
          </a:p>
          <a:p>
            <a:r>
              <a:rPr lang="en-US" altLang="zh-CN" dirty="0"/>
              <a:t>Prefix Tuning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在输入层插入可训练的提示向量，主模型参数冻结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用极少量可训练参数替代全量模型参数的更新</a:t>
            </a:r>
            <a:endParaRPr lang="en-US" altLang="zh-CN" dirty="0"/>
          </a:p>
          <a:p>
            <a:r>
              <a:rPr lang="en-US" altLang="zh-CN" dirty="0"/>
              <a:t>Adapter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在 </a:t>
            </a:r>
            <a:r>
              <a:rPr lang="en-US" altLang="zh-CN" dirty="0"/>
              <a:t>Transformer </a:t>
            </a:r>
            <a:r>
              <a:rPr lang="zh-CN" altLang="en-US" dirty="0"/>
              <a:t>层插入小型适配器模块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显存节省：适配器参数极少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添加了</a:t>
            </a:r>
            <a:r>
              <a:rPr lang="en-US" altLang="zh-CN" dirty="0"/>
              <a:t>Adapter</a:t>
            </a:r>
            <a:r>
              <a:rPr lang="zh-CN" altLang="en-US" dirty="0"/>
              <a:t>后，模型整体的层数变深，会增加训练速度和推理速度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39D4D3-30A5-3528-F28C-1D92826D8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06" y="365125"/>
            <a:ext cx="3009754" cy="224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0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726</Words>
  <Application>Microsoft Office PowerPoint</Application>
  <PresentationFormat>宽屏</PresentationFormat>
  <Paragraphs>112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Arial</vt:lpstr>
      <vt:lpstr>Cambria Math</vt:lpstr>
      <vt:lpstr>Office 主题​​</vt:lpstr>
      <vt:lpstr>  走近LoRA微调（1） LoRA这样节省显存和计算量</vt:lpstr>
      <vt:lpstr>主要内容</vt:lpstr>
      <vt:lpstr>PowerPoint 演示文稿</vt:lpstr>
      <vt:lpstr>全量微调的改进</vt:lpstr>
      <vt:lpstr> from W_0:n×m to A:n×r, B:r×m</vt:lpstr>
      <vt:lpstr>r很小，LoRA的效果</vt:lpstr>
      <vt:lpstr>LoRA节省显存</vt:lpstr>
      <vt:lpstr>神经网络如何更新参数</vt:lpstr>
      <vt:lpstr>LoRA如何反向传播求梯度</vt:lpstr>
      <vt:lpstr>第一种实现 Y=XW=X(W_0+AB)</vt:lpstr>
      <vt:lpstr>再来一次</vt:lpstr>
      <vt:lpstr>第一种实现 Y=XW=X(W_0+AB)</vt:lpstr>
      <vt:lpstr>第二种实现Y=XW_0+XAB=XW_0+ZB</vt:lpstr>
      <vt:lpstr>LoRA的独特优点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11</cp:revision>
  <dcterms:created xsi:type="dcterms:W3CDTF">2025-09-22T10:26:41Z</dcterms:created>
  <dcterms:modified xsi:type="dcterms:W3CDTF">2025-09-23T07:39:30Z</dcterms:modified>
</cp:coreProperties>
</file>