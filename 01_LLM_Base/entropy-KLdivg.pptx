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4" r:id="rId12"/>
    <p:sldId id="265" r:id="rId13"/>
    <p:sldId id="267" r:id="rId14"/>
    <p:sldId id="266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2:55:58.9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161 1339 24575,'3'0'0,"0"-1"0,-1 1 0,1-1 0,0 0 0,-1 0 0,1 0 0,-1 0 0,0 0 0,1-1 0,-1 1 0,0-1 0,0 1 0,3-3 0,27-29 0,-23 23 0,-1 0 0,-1 0 0,0 0 0,-1 0 0,0-1 0,0 0 0,-1 0 0,5-19 0,-7 20 0,1 0 0,-1 0 0,2 0 0,-1 0 0,1 1 0,1 0 0,0 0 0,0 1 0,0-1 0,14-11 0,-11 13 0,-1 0 0,1 0 0,-1-1 0,-1 0 0,1-1 0,-1 0 0,-1 0 0,0 0 0,0-1 0,5-11 0,4-12 0,-8 20 0,-1 0 0,0 0 0,-1-1 0,-1 0 0,6-27 0,-6-27 0,-4 63 0,0-1 0,0 0 0,-1 1 0,0-1 0,0 0 0,-1 1 0,0-1 0,0 1 0,-4-8 0,6 11 0,-1 1 0,1 0 0,-1 0 0,0 0 0,1 0 0,-1-1 0,0 1 0,0 0 0,0 0 0,0 1 0,0-1 0,0 0 0,0 0 0,0 0 0,0 1 0,0-1 0,0 0 0,0 1 0,-1-1 0,1 1 0,0-1 0,0 1 0,-1 0 0,1 0 0,0-1 0,-1 1 0,1 0 0,0 0 0,-1 0 0,1 0 0,0 1 0,-1-1 0,1 0 0,0 0 0,0 1 0,-1-1 0,1 1 0,0-1 0,0 1 0,0 0 0,0-1 0,-1 1 0,1 0 0,0 0 0,0 0 0,0 0 0,1 0 0,-1 0 0,0 0 0,-1 2 0,-4 4 0,0 1 0,0 1 0,1-1 0,0 1 0,-5 11 0,5-4 0,0 0 0,1 0 0,1 0 0,-3 32 0,0 0 0,3-36 0,0-1 0,-1 0 0,0 0 0,-1 0 0,-10 17 0,9-16 0,-1 0 0,2 1 0,-7 19 0,4 8 0,-6 74 0,8-46 0,0-29 0,3 0 0,1 0 0,1 1 0,9 60 0,-8-96 0,1 0 0,1 0 0,-1-1 0,1 1 0,-1-1 0,1 1 0,0-1 0,0 0 0,1 0 0,-1 1 0,1-2 0,-1 1 0,1 0 0,0 0 0,0-1 0,0 0 0,0 1 0,4 1 0,8 3 0,0 0 0,0-1 0,18 5 0,2 2 0,-28-10 0,0 0 0,-1 1 0,0 0 0,1 1 0,-1-1 0,-1 1 0,8 8 0,18 13 0,-30-25 0,-1 0 0,1-1 0,0 1 0,0-1 0,0 1 0,-1-1 0,1 0 0,0 1 0,0-1 0,0 0 0,0 0 0,0 0 0,0 1 0,0-1 0,0 0 0,0 0 0,0 0 0,0-1 0,0 1 0,0 0 0,-1 0 0,1 0 0,0-1 0,0 1 0,0 0 0,0-1 0,1 0 0,1-1 0,-1 0 0,0 0 0,0 0 0,0 0 0,0-1 0,0 1 0,-1-1 0,1 1 0,1-4 0,4-9 0,-1 0 0,6-25 0,-11 37 0,7-40 0,-1 0 0,-3 0 0,-1 0 0,-6-83 0,1 40 0,-11-65 0,-1 5 0,13 120 0,-2 0 0,-1 0 0,-1 0 0,-1 0 0,-10-25 0,-56-122 0,56 137 0,15 32 0,-1 0 0,0 0 0,-1 0 0,1 0 0,-1 1 0,0-1 0,0 1 0,0-1 0,0 1 0,0 0 0,-1 1 0,1-1 0,-1 0 0,0 1 0,0 0 0,0 0 0,0 0 0,0 0 0,0 1 0,-1 0 0,1-1 0,-1 2 0,1-1 0,0 0 0,-8 1 0,4 0 0,1 1 0,0 0 0,-1 0 0,1 1 0,0 0 0,0 0 0,0 0 0,0 1 0,0 0 0,1 1 0,0-1 0,-1 1 0,1 1 0,-11 9 0,-6 5 0,-1 0 0,0-2 0,-2 0 0,-30 14 0,49-27 0,1-1 0,1 2 0,-1-1 0,0 0 0,1 1 0,0 0 0,0 1 0,1-1 0,-1 1 0,1 0 0,1 0 0,-1 0 0,1 0 0,0 1 0,0-1 0,1 1 0,-1 0 0,-1 11 0,0 8 0,1 1 0,1 0 0,2 42 0,1-55 0,0 2 0,1-1 0,1 1 0,0-1 0,1 1 0,1-1 0,0 0 0,2-1 0,12 24 0,-15-29 0,26 64 0,-24-54 0,2 1 0,0-1 0,17 28 0,6 2 0,-12-17 0,25 31 0,40 60 0,-6-7 0,-66-102 0,0 0 0,1 0 0,0-1 0,1-1 0,26 17 0,17 10 0,-29-18 0,40 20 0,-57-35 0,1-1 0,-1 0 0,1-1 0,0 0 0,0-1 0,1-1 0,16 2 0,262-2 0,-139-5 0,-134 3 0,0-1 0,0-1 0,0 0 0,0-1 0,-1-1 0,1-1 0,-1-1 0,0 0 0,-1-1 0,30-18 0,-19 10 0,33-25 0,-52 33 0,1-1 0,-1 1 0,0-2 0,-1 1 0,0-1 0,12-19 0,20-30 0,-31 48 0,0 0 0,-1 0 0,0 0 0,-1-1 0,0 0 0,-1-1 0,0 1 0,-1-1 0,5-22 0,-6 14 0,0 0 0,-2 0 0,0 0 0,-1 0 0,-1 0 0,-1 0 0,-1 0 0,0 0 0,-13-38 0,1 25 0,-1 1 0,-1 0 0,-2 1 0,0 2 0,-40-46 0,41 57 0,-1 1 0,0 1 0,-38-25 0,29 22 0,-30-26 0,48 36 0,-1 0 0,0 0 0,0 1 0,-1 1 0,0 0 0,-19-8 0,7 3 0,0-1 0,1-2 0,-32-24 0,-25-16 0,74 51 0,0 1 0,0 0 0,-1 1 0,1-1 0,0 1 0,-1 0 0,0 0 0,1 1 0,-1 0 0,0 0 0,-10 1 0,13 0 0,0 1 0,0-1 0,0 1 0,1 0 0,-1 0 0,1 1 0,-1-1 0,1 1 0,-1-1 0,1 1 0,0 0 0,-1 0 0,1 1 0,0-1 0,1 1 0,-1-1 0,0 1 0,1 0 0,-1 0 0,1 0 0,-3 6 0,-78 168 0,77-164 0,0 1 0,1 0 0,0 1 0,1-1 0,1 1 0,0 0 0,1-1 0,0 21 0,1 16 0,6 54 0,0-61 0,2-1 0,2 0 0,1 0 0,19 47 0,-24-79 0,0-1 0,1 1 0,0-2 0,1 1 0,0-1 0,0 1 0,1-2 0,1 1 0,-1-1 0,18 12 0,22 22 0,-21-12 0,-21-22 0,0-1 0,0 0 0,1-1 0,0 1 0,14 9 0,7-1 0,1-1 0,0-1 0,1-2 0,46 12 0,40 15 0,-69-16-263,-36-16 151,1 0 1,0-1 0,0 0-1,0-1 1,20 4 0,-31-8 111,78 13 466,135 5-1,-149-17-465,-23 0 0,71-6 0,-103 3 0,1 0 0,-1-1 0,0 0 0,0-1 0,0 0 0,0-1 0,0 1 0,-1-2 0,0 0 0,0 0 0,-1 0 0,13-13 0,-11 8 0,0 0 0,0 0 0,-1-1 0,-1-1 0,0 0 0,-1 0 0,0 0 0,6-18 0,1-7 0,25-49 0,-32 73 0,-1 0 0,-1-1 0,0 0 0,-1 1 0,-1-1 0,0-1 0,-1 1 0,-1 0 0,0-1 0,-2-23 0,-2 6 0,-2-1 0,-1 1 0,-18-56 0,13 55 0,8 21 0,-1-1 0,0 2 0,-1-1 0,0 0 0,-1 1 0,-1 0 0,-14-21 0,-32-25 0,-14-18 0,62 70 0,0 1 0,0 0 0,-1 0 0,1 0 0,-1 1 0,0 0 0,0 0 0,-1 1 0,1-1 0,-1 1 0,0 1 0,0-1 0,0 1 0,0 0 0,0 1 0,-10-1 0,-14-1 0,0 2 0,-51 4 0,27 0 0,-133 0 0,182-3 0,0 1 0,1-1 0,-1 1 0,1 1 0,-1-1 0,1 1 0,0 0 0,0 0 0,0 1 0,0 0 0,0-1 0,0 2 0,1-1 0,-8 7 0,7-4 0,0 0 0,0 0 0,0 1 0,1 0 0,0-1 0,1 1 0,0 1 0,0-1 0,-3 12 0,0 9 0,1 1 0,2 0 0,1 0 0,2 43 0,0-66 0,3 297 0,-1-281 0,1 1 0,1-1 0,1 0 0,1 0 0,1-1 0,10 22 0,1 6 0,-14-35 0,-3-9 0,1 1 0,0-1 0,-1 0 0,2 0 0,-1 0 0,1 0 0,-1 0 0,1-1 0,6 8 0,-9-12 0,0 0 0,0 0 0,0 0 0,0 0 0,1 0 0,-1 0 0,0 0 0,0 0 0,0 0 0,0 0 0,1 0 0,-1 0 0,0 0 0,0 0 0,0 0 0,0 0 0,1 0 0,-1 0 0,0 0 0,0 0 0,0 0 0,0 0 0,0 0 0,1 0 0,-1 0 0,0 0 0,0 0 0,0 0 0,0 0 0,0-1 0,1 1 0,-1 0 0,0 0 0,0 0 0,0 0 0,0 0 0,0 0 0,0-1 0,0 1 0,0 0 0,0 0 0,0 0 0,0 0 0,1 0 0,-1-1 0,0 1 0,3-14 0,0-12 0,-3 13 0,0 0 0,-1-1 0,-1 1 0,0 0 0,-1 0 0,0 1 0,-1-1 0,0 0 0,-1 1 0,-11-21 0,-6-2 0,-1 1 0,-32-36 0,52 67 0,-57-61 0,23 26 0,24 27 0,0 0 0,-1 0 0,-28-15 0,40 25 0,-3-2 0,-1 1 0,0-1 0,0 1 0,-1 0 0,1 1 0,0 0 0,0 0 0,-1 0 0,1 1 0,-12 0 0,1 1 0,0 1 0,-29 7 0,35-5 0,1 1 0,-1 0 0,1 1 0,0 0 0,0 0 0,1 1 0,0 0 0,0 1 0,-14 16 0,-11 8 0,27-26 0,1 1 0,0-1 0,0 1 0,0 0 0,1 0 0,0 1 0,1 0 0,-6 11 0,2 4 0,-11 41 0,15-50 0,0-2 0,-1 0 0,0 0 0,0 0 0,-9 12 0,8-15 0,1 1 0,0 0 0,0 0 0,1 0 0,1 0 0,-5 17 0,-21 230 0,29-249 0,0 0 0,1-1 0,-1 1 0,2 0 0,-1-1 0,1 1 0,3 9 0,-4-16 0,0 1 0,0 0 0,-1 0 0,1 0 0,0 0 0,0 0 0,1-1 0,-1 1 0,0-1 0,1 1 0,-1-1 0,1 1 0,-1-1 0,1 0 0,0 1 0,-1-1 0,1 0 0,0 0 0,0-1 0,0 1 0,0 0 0,0 0 0,0-1 0,0 1 0,0-1 0,0 0 0,0 0 0,0 0 0,0 0 0,0 0 0,0 0 0,3-1 0,14-4 0,-1-1 0,0 0 0,25-15 0,23-7 0,164-76 0,-92 37 0,-102 48 0,-2-1 0,0-2 0,59-51 0,-71 55 0,-15 13 0,-1-1 0,0 1 0,0-1 0,0-1 0,-1 1 0,0-1 0,0 0 0,0 0 0,5-14 0,-6 10 0,-1 0 0,0 1 0,-1-1 0,0 0 0,-1-1 0,0-19 0,0-3 0,-2 0 0,-10-66 0,9 89 0,-1 0 0,0 0 0,-1 0 0,0 0 0,-1 1 0,0 0 0,0 0 0,-1 0 0,-1 0 0,0 1 0,0 0 0,-12-11 0,-2 0 0,0 1 0,-1 0 0,-1 2 0,-1 1 0,-29-15 0,40 26 0,0 1 0,0 0 0,-1 0 0,0 2 0,1 0 0,-1 0 0,0 1 0,0 1 0,-22 2 0,-10 4 0,-70 19 0,5-1 0,85-20 0,1 1 0,-50 17 0,63-17 0,0 0 0,1 1 0,-1 1 0,1 0 0,1 0 0,-1 1 0,-16 17 0,18-17 0,0 0 0,0 0 0,0 0 0,-1-2 0,0 1 0,-1-1 0,1 0 0,-1-1 0,0-1 0,-1 0 0,1 0 0,-1-1 0,1 0 0,-21 1 0,6 0 0,1 0 0,0 2 0,-27 10 0,-10 1 0,-64 29 0,121-45 0,0 1 0,0 0 0,0 0 0,1 0 0,-9 5 0,13-7 0,-1 1 0,1-1 0,-1 1 0,1-1 0,-1 1 0,1-1 0,-1 1 0,1-1 0,-1 1 0,1-1 0,-1 1 0,1 0 0,0-1 0,-1 1 0,1 0 0,0-1 0,0 1 0,0 0 0,-1-1 0,1 2 0,0-1 0,1 0 0,-1 0 0,0 0 0,1 0 0,-1 0 0,1-1 0,-1 1 0,1 0 0,0 0 0,-1-1 0,1 1 0,0 0 0,-1-1 0,1 1 0,0 0 0,0-1 0,-1 1 0,1-1 0,0 1 0,1 0 0,6 2 0,0 1 0,0-1 0,1 0 0,-1-1 0,0 0 0,1-1 0,14 2 0,67-3 0,-55 0 0,36 0 0,89 13 0,-68-5-791,102-5 0,-182-3 783,8 1 8,0 1 0,-1 1 0,0 1 0,34 11 0,-27-7 0,40 6 0,-12-9 0,74-3 0,-76-3 0,87 11 0,-17 2 0,231-7 0,-194-7 0,532 2-164,-668-1-212,0-2 1,-1 0-1,1-2 0,30-10 1,-29 8 7,1 0 1,0 2 0,37-3-1,183 9 456,33-2 271,-148-14 2088,-58 6-1482,-205 9-79,53-1-529,-1956 1-357,2512 0-3146,-455 2 3146,-1 0 0,0 1 0,0 1 0,30 10 0,-22-5 0,37 5 0,43 1 0,155 2 0,-225-17 0,-19-2 0,0 2 0,0 0 0,-1 1 0,1 1 0,0 1 0,-1 1 0,27 8 0,-27-6-204,1 0 0,-1-1-1,1-1 1,36 4 0,76-6 426,-101-4 99,1 2 0,-1 1 0,0 1 0,0 2 0,-1 1 0,35 10 0,-62-14-273,1 0 1,0 0-1,0 0 0,-1 0 1,1 1-1,-1-1 0,1 1 0,-1 0 1,0 0-1,1-1 0,-1 2 1,0-1-1,0 0 0,0 0 1,-1 1-1,1-1 0,-1 0 1,3 5-1,-4-5-24,0-1 1,0 1-1,1 0 1,-1 0-1,0-1 0,-1 1 1,1 0-1,0 0 0,0-1 1,-1 1-1,1 0 1,-1-1-1,1 1 0,-1 0 1,0-1-1,0 1 1,0-1-1,0 1 0,0-1 1,0 0-1,0 1 0,0-1 1,0 0-1,-1 0 1,1 0-1,0 1 0,-1-1 1,1-1-1,-1 1 0,0 0 1,-2 1-1,-6 3-24,0-1 0,0 0 0,0-1 0,-1 0 0,0-1 0,1 0 0,-22 2 0,-81-5 0,69-1 0,-220-1 0,251 2-30,0 0 0,-1-2 0,1 1-1,1-2 1,-1 0 0,0 0 0,1-1 0,-16-9-1,12 6-40,0 1-1,-1 1 1,0 0 0,-17-3-1,4 4 41,0-1-1,1-2 1,-56-21-1,-53-47-132,114 63 3,0 2 0,-1 0 0,0 2 0,-45-11 0,-47-23 277,94 36-58,-64-26 825,78 30-809,2-2 0,-1 1 1,0-1-1,1 0 0,0 0 0,0-1 0,1 0 0,-7-7 0,12 12-74,1 1 0,0 0 0,-1-1 0,1 1 0,0-1 0,0 1 0,-1-1 0,1 1 0,0-1 0,0 1 0,0-1 0,-1 1 0,1-1 0,0 1 0,0-1 0,0 1 0,0-1 0,0 1 0,0-1 0,0 1 0,0-1 0,0 1 0,0-1 0,1 1 0,-1-1 0,0 1 0,0-1 0,0 1 0,1-1 0,-1 1 0,0 0 0,0-1 0,1 1 0,-1-1 0,0 1 0,1 0 0,-1-1 0,0 1 0,1 0 0,-1-1 0,1 1 0,-1 0 0,1 0 0,-1-1 0,1 1 0,-1 0 0,1 0 0,-1 0 0,1 0 0,-1-1 0,1 1 0,-1 0 0,1 0 0,-1 0 0,1 0 0,0 0 0,36-4 0,-34 4 0,354 0-854,-147 3 473,-128-3 147,50 1-1453,140-18 1,-176 9 824,117 5 0,-148 4 729,-42-3 130,0 0 0,-1-2 0,1 0 0,28-10 0,-23 6 57,-1 2 0,37-5 0,6 10 907,-50 2-419,0-2 0,0 0-1,29-14 2229,-79 7-1647,24 7-1129,-59-21 103,48 15-101,-1 1-1,0 0 1,-21-3-1,-31 3 5,0 2 0,-78 7 0,25 0 0,-547-3 0,625 2 0,-66 12 0,44-4 0,-8 1 0,31-3 0,-61 1 0,89-9 0,1 0 0,-1 1 0,1 0 0,0 2 0,0 0 0,0 0 0,-15 6 0,-5 1 0,20-8 0,15-2 0,0 0 0,0 0 0,0 0 0,0 0 0,0 0 0,0 0 0,0 0 0,0 0 0,0 0 0,0-1 0,0 1 0,0 0 0,0 0 0,0 0 0,0 0 0,0 0 0,0 0 0,0 0 0,0 0 0,0 0 0,0 0 0,0 0 0,0 0 0,0 0 0,0-1 0,0 1 0,0 0 0,0 0 0,0 0 0,0 0 0,0 0 0,0 0 0,0 0 0,0 0 0,0 0 0,0 0 0,0 0 0,0 0 0,0 0 0,-1 0 0,1 0 0,0 0 0,0 0 0,8-4 0,0 0 0,0 1 0,0 0 0,0 1 0,11-3 0,32-11 0,-22 3-120,1 2 0,1 0 0,-1 2 0,58-9-1,-28 11-179,98 2 0,1-8 300,-16 0 0,399 13-379,-260 1 238,-265-2 212,0-2 1,-1 1 0,1-2 0,-1 0 0,24-10 0,23-6 439,-60 20-481,1-1 0,-1 0 1,0 0-1,0 0 0,0-1 0,0 1 1,0-1-1,0 0 0,0 0 0,0 0 1,0 0-1,-1 0 0,1 0 0,-1-1 1,0 1-1,0-1 0,0 0 0,0 0 0,2-4 1,-3 5-25,0 0-1,-1-1 1,0 1 0,1 0 0,-1 0 0,0-1-1,0 1 1,0 0 0,-1-1 0,1 1 0,0 0 0,-1 0-1,0 0 1,1-1 0,-1 1 0,0 0 0,0 0-1,0 0 1,0 0 0,-1 0 0,1 0 0,0 1 0,-1-1-1,0 0 1,1 1 0,-1-1 0,0 1 0,0-1-1,-3-1 1,-3-2-6,-1 0 0,1 1 0,-1 0 0,0 1 0,-1-1 0,-15-2 0,-14-5 0,8-1 0,-206-82 0,206 81 0,-55-16 0,16 7 0,31 11-545,0 2 0,-1 1-1,-65-4 1,35 5 187,-8-1 202,27 3-103,0-1-1,1-3 1,-58-18-1,65 16 260,0 1 0,-1 3 0,-63-4 0,11 1 0,-27 1 0,-160 8 0,129 3 0,129-2 0,0 0 0,-1-1 0,1-2 0,0 0 0,-38-11 0,26 4 0,0 2 0,-1 2 0,1 1 0,-73 1 0,37 2 0,-47-10 0,-22 0 0,124 10 0,0 0 0,0-1 0,0-1 0,-28-10 0,26 7 0,-1 1 0,0 1 0,-24-3 0,-39 6 549,64 3-270,-1-1 0,0-1 0,0 0 1,0-2-1,-29-8 0,50 11-276,0 0-1,0 0 1,1 0-1,-1 0 0,0 0 1,0 0-1,0 0 1,0 0-1,0 0 1,0 0-1,0 0 0,0 0 1,0 0-1,1 0 1,-1 0-1,0 0 0,0 0 1,0 0-1,0 0 1,0 0-1,0 0 1,0 0-1,0 0 0,0 0 1,0 0-1,0 0 1,0 0-1,0 0 0,1-1 1,-1 1-1,0 0 1,0 0-1,0 0 1,0 0-1,0 0 0,0 0 1,0 0-1,0 0 1,0 0-1,0 0 0,0 0 1,0-1-1,0 1 1,0 0-1,0 0 1,0 0-1,0 0 0,0 0 1,0 0-1,0 0 1,0 0-1,0 0 0,0-1 1,0 1-1,0 0 1,-1 0-1,18-3 20,22-1-35,732 2-2043,-373 5 1304,700-3-2414,-1075 1 3163,1 2 0,0 0 0,-1 2 0,27 8 0,-22-5 363,0-1-1,37 3 1,-25-7 463,-20-3-245,0 2 0,35 7 0,-54-9-544,0 0-1,-1 0 0,1 0 0,0 0 1,0 0-1,-1 0 0,1 0 0,0 0 1,-1 0-1,1 1 0,0-1 1,-1 0-1,1 1 0,0-1 0,-1 0 1,1 1-1,-1-1 0,1 1 0,0-1 1,-1 1-1,1-1 0,-1 1 0,0-1 1,1 1-1,-1 0 0,1-1 1,-1 1-1,0 0 0,1-1 0,-1 1 1,0 0-1,0-1 0,0 1 0,0 0 1,1 0-1,-1-1 0,0 1 0,0 0 1,0-1-1,0 1 0,-1 0 1,1 0-1,0-1 0,0 1 0,0 0 1,-1-1-1,1 1 0,0 0 0,0-1 1,-1 1-1,1 0 0,-1-1 0,1 1 1,-1-1-1,1 1 0,-1-1 1,1 1-1,-1-1 0,1 1 0,-2 0 1,-4 4 387,0 1 0,0-2 1,-14 9-1,-89 41-421,83-42 0,0-2 0,-1-1 0,0-1 0,0-1 0,-1-2 0,0 0 0,0-2 0,0-1 0,-42-3 0,18 3 0,-52 8 0,-34 2 0,113-10-328,-1 2 0,1 0-1,-44 14 1,-11 2-203,69-17 531,-43 8 0,-70 5 0,95-13 0,-1 2 0,-45 13 0,45-10 0,0-1 0,-38 4 0,-27-9-338,64-2 53,-1 0 0,-52 9 0,48-2 135,-5 1-20,-46 14 0,19 0 803,-1-4 0,-1-2 0,-134 11 0,189-25-562,0 0 0,1 2 0,-1 0 0,0 0 1,1 1-1,0 1 0,0 1 0,1 0 0,0 0 0,0 1 0,1 1 0,0 0 0,-16 16 0,26-23-71,0-1 0,1 1 0,-1-1 0,1 1 0,-1 0 0,1 0 0,0 0 0,0-1 0,0 1 0,0 0 0,0 0 0,0 1 0,0-1 0,0 3 0,1-4 0,0 0 0,0 0 0,0 0 0,1 0 0,-1 0 0,0 0 0,1 0 0,-1 0 0,1 0 0,-1 0 0,1 0 0,-1 0 0,1 0 0,0-1 0,-1 1 0,1 0 0,0 0 0,0 0 0,-1-1 0,1 1 0,0-1 0,0 1 0,0 0 0,0-1 0,0 1 0,0-1 0,0 0 0,0 1 0,0-1 0,0 0 0,0 0 0,1 1 0,23 3 0,-1 0 0,1-2 0,-1 0 0,1-2 0,37-4 0,44 1 0,16 16-790,19-1-174,675-10-1852,-397-4 1787,6 2 6628,-678-16-5599,214 12-156,6 0-268,0-1-1,-49-14 1,41 9 430,0 2-1,0 2 1,-1 1-1,-47 1 1,-49-5-198,-179-8-4825,106 18 5523,90 0 2578,130-2-2625,0-1 1,1 0 0,-1-1 0,0 1 0,11-6 0,18-6-211,68-9-196,-60 13-1057,73-23 1,-83 21-61,1 1 0,0 2 0,62-6 0,114 3-244,-142 10 993,-5-3 315,-1-3 0,-1-3 0,75-22 0,117-33 8,-191 51 31,130-13 1,-122 20-36,37 0-4,-73 7 0,0-1 0,71-16 0,104-30 629,-210 47-644,21-3 460,-1-1-1,0-1 1,21-9-1,14-4 1183,-54 18-1474,1 0 0,0 1 0,0 0 0,-1-1 0,1 1 0,0 0 0,0 1 0,0-1 0,-1 1 0,1-1 0,0 1 0,-1 0-1,5 2 1,-8-3-136,1 0-1,-1 0 1,1 0 0,-1 1-1,1-1 1,-1 0-1,1 0 1,-1 0-1,1 0 1,-1 1 0,0-1-1,1 0 1,-1 1-1,1-1 1,-1 0-1,0 1 1,1-1 0,-1 0-1,0 1 1,1-1-1,-1 1 1,0-1-1,1 0 1,-1 1 0,0-1-1,0 1 1,0-1-1,0 1 1,1-1-1,-1 1 1,0-1 0,0 1-1,0-1 1,0 1-1,0-1 1,0 1-1,0-1 1,0 1 0,0-1-1,-1 1 1,1-1-1,0 1 1,0-1-1,0 1 1,0-1-1,-1 1 1,1-1 0,0 0-1,-1 1 1,1-1-1,0 1 1,-1-1-1,1 0 1,0 1 0,-1-1-1,-29 18 613,24-15-592,-13 5-37,0 0 0,0-1 0,0-1 0,-39 6 0,-84 3 0,43-6 0,44-3 0,-8 0 0,1 3 0,-95 26 0,122-25-140,0-2-1,0-1 1,-70 3 0,-112-11-776,86-1 677,38 2 239,-113 15 0,94-5-610,-182-7-1,143-5 342,-335 2 3043,480 0-2720,-35 2 208,39-2-256,0 0 0,1 1 0,-1-1-1,0 0 1,1 1 0,-1-1 0,1 1 0,-1 0-1,0 0 1,1-1 0,-1 1 0,1 0 0,0 0-1,-1 1 1,1-1 0,0 0 0,0 0 0,0 0-1,-2 3 1,3-3-6,0 0 0,0 0 0,0 0 0,0 0 0,0 0 0,0-1 0,0 1 0,0 0 0,1 0 0,-1 0 0,0 0 0,1 0 0,-1-1 0,0 1 0,1 0 0,-1 0 0,1-1 0,0 1 0,-1 0 0,1 0 0,-1-1 0,1 1 0,0-1 0,-1 1 0,1-1 0,0 1 0,0-1 0,0 1 0,-1-1 0,1 0 0,1 1 0,29 12 0,-30-12 0,40 11-9,2-1 0,60 8 0,-59-12-128,50 16-1207,-67-15 1325,0-1 0,51 6 0,19-8-21,68 6-1887,154 45-1022,-51-1 224,-189-37 2731,1-5 0,95 5-1,164-11 739,-313-5-758,-1 1 0,1 1 0,-1 2 0,0 0 0,37 15 0,55 13 1081,-74-26-220,14 4-147,59 18 0,-73-18-672,1-2 0,71 7-1,-41-7 1359,-24-1-987,-1 3 1,58 22-1,-76-25-197,0-2 0,50 6 0,-35-7 587,-1 3-377,46 16 0,35 7-474,-92-26 128,-1 1-1,1 1 0,-2 2 0,0 1 0,32 16 0,-63-27-65,-1 0 0,1 0 0,0 0 0,0 1 0,-1-1 0,1 0 0,0 1 0,0-1 0,-1 1 0,1-1 0,0 1 0,-1-1 0,1 1 0,-1-1 0,1 1 0,-1 0 0,1-1 0,-1 1 0,1 0 0,-1-1 0,1 1 0,-1 0 0,1 1 0,-2-1 0,0-1 0,1 1 0,-1-1 0,0 1 0,1-1 0,-1 1 0,0-1 0,0 0 0,1 1 0,-1-1 0,0 0 0,0 0 0,0 1 0,0-1 0,1 0 0,-1 0 0,-2 0 0,-44-2 0,-29-9 0,0 3 0,0 3 0,-78 5 0,65 13 0,57-7 0,-36 1 0,15-6-300,-1 3 0,1 2 0,0 3 0,-64 18 0,-30 12 300,-6 2 0,91-25 0,-1-2 0,0-3 0,-125 7 0,161-17-18,1 1 0,1 2-1,-1 1 1,1 0 0,-1 2 0,-28 12 0,23-7-150,0-1 0,0-2 0,-52 8 0,40-9 185,-46 16 0,-72 18 119,34-10 1856,118-29-1907,9-1-33,17 1-17,29-5-70,4-10 56,48-18-1,37-8-225,-93 31-338,53-3-1,-7 2 131,-60 3 413,47-14 0,5-2 0,131-12 0,-45 9 0,-80 2 0,-62 14 0,51-9 0,149-15 0,-141 10 0,-58 14 0,50-10 0,187-14 0,-218 24-240,73-26-1,-9 2-24,-70 23 265,1 1 0,0 2 0,57-1 0,-78 5-180,0 0 0,0-1-1,0-1 1,30-10-1,-27 7 57,0 1-1,0 1 0,23-2 1,-39 7 144,16-2 160,0 0 0,0-1 0,0-1 0,27-9-1,-43 11-151,0 1 0,0-2-1,0 1 1,0-1-1,-1 0 1,1 0-1,-1 0 1,0 0-1,0-1 1,0 0 0,0 1-1,0-2 1,-1 1-1,0 0 1,0-1-1,0 1 1,0-1-1,-1 0 1,0 0 0,0 0-1,0 0 1,1-7-1,0 0 112,-1 1 0,-1 0-1,0-1 1,-1 1 0,0 0-1,-2-16 1,2 23-91,-1 0 1,0 1-1,0-1 0,0 0 1,0 1-1,0-1 0,-1 1 1,0 0-1,0 0 0,0-1 1,0 1-1,0 0 0,0 1 1,-1-1-1,1 0 0,-1 1 1,0-1-1,0 1 0,0 0 1,0 0-1,0 0 0,-1 0 1,-3-1-1,-175-53 98,105 35-166,13-4-452,49 18 313,0 1 0,-1 0 0,1 1 0,-17-3 0,-26 3 159,-1 1 0,-82 7 0,32 0 0,-57-5-449,-152 5-755,203 9 1074,-31 1-1257,-2 1 369,-2 0 1095,89-14-77,33-1 0,0 1 0,1 1 0,-1 2 0,0 0 0,-34 11 0,8-1-203,-1-1 1,-72 5-1,65-10-345,-54-1 389,6-1 172,80 0-21,-47 14 0,-3 2 187,22-11 1231,18-4-72,0 2-1,-47 16 1,109-27-921,6-2-78,38-10-1,-25 2-619,1 2-1,0 1 0,70-6 0,78-7-1277,-154 15 1559,47-17 0,-49 14 0,59-12 0,42-5-1293,-81 16 219,1 1 1,86-4-1,-9 15 863,-57 2-77,105-12-1,49-7 1109,-205 15-843,0-1 0,0 0 0,45-15-1,-41 11 378,0 0 0,36-3 0,261 6 4429,-167 7-3367,416-3-1416,-676-1 0,-124 3 0,62 22-537,67-6 283,-25 9 238,85-16-909,-61 8 1,11-8 569,-168 10-276,-103-22-1166,326 3 1754,0 1-1,0 2 1,-39 11-1,33-7 50,-64 7-1,26-12 58,-90 10-1493,73-7 1799,-133-6 0,-9 1-82,77 17-34,106-12 3769,2384-9-2660,-1333 3-1055,-965-2-307,48-6 0,-69 6 0,-1-2 0,1 0 0,0 0 0,-1-1 0,0-1 0,21-10 0,-11 1-141,-3 2-355,0 0 1,0 1-1,2 2 1,-1 0-1,1 1 1,23-6-1,24 2-158,131-5 0,-128 12 654,-1-4 0,126-32 0,-132 28-6,-50 12 244,0-1 0,0-1 0,0 0 0,0-1 0,-1 0 0,0-2 0,24-11 0,-35 16-181,0 0 0,-1-1 0,1 1 0,0 0-1,-1-1 1,1 1 0,-1-1 0,1 0 0,-1 1 0,0-1 0,0 0-1,1 0 1,-1 0 0,-1 0 0,1 0 0,0 0 0,0 0-1,-1 0 1,1 0 0,-1 0 0,0 0 0,1 0 0,-1-1-1,0 1 1,-1-4 0,0 4-13,0-1-1,0 1 0,0 0 1,0 0-1,0-1 1,-1 1-1,1 0 0,-1 0 1,0 0-1,1 0 1,-1 1-1,0-1 1,0 0-1,0 1 0,0 0 1,0-1-1,-1 1 1,1 0-1,0 0 0,-1 0 1,1 0-1,-3 0 1,-142-32 499,108 23-543,-1 3 0,0 0 0,-53 0 0,-124 8 0,82 2 0,-9-1 0,-161-5 0,192-10-410,-32-1-171,-194 15-1749,318-3 2206,1 0-1,0-1 0,0-1 0,-30-10 1,23 6 137,-39-6 1,17 8-111,23 4 431,0-1 0,0-2 0,1 0 0,0-2 0,-45-17 0,-16-9 885,13 6-428,71 27-791,1-1 0,-1 1 0,1-1 0,0 0 0,-1 1 0,1-1 0,0 0 0,0 0 0,-1 0 0,1 0 0,0 0 0,0-1 0,0 1 0,0 0 0,0 0 0,1-1 0,-1 1 0,0 0 0,1-1 0,-1 1 0,0-1 0,1 1 0,-1-3 0,1 1 0,0 1 0,1-1 0,-1 1 0,1 0 0,-1-1 0,1 1 0,0 0 0,0-1 0,0 1 0,0 0 0,0 0 0,1 0 0,1-3 0,4-4 0,1 1 0,-1 1 0,1 0 0,1 0 0,15-10 0,1 3 0,0 2 0,1 1 0,34-9 0,-29 10 0,54-26 0,-52 20-54,2 1-1,56-17 0,-39 11-448,-40 15 382,1 0 0,26-7-1,40-2 122,-50 10 0,1-1 0,-1-1 0,41-16 0,-41 11 0,0 2 0,0 1 0,1 1 0,0 1 0,0 2 0,1 1 0,39 0 0,-52 3 0,-1-1 0,0-1 0,0-1 0,0 0 0,16-7 0,-13 4 0,0 2 0,0 0 0,25-3 0,281 5 0,-167 5 0,-113-3 176,-20 0 38,0 1 0,0 1-1,26 5 1,-50-6-214,-1 0 0,1 0 0,-1 1 0,1-1 0,0 1 0,-1-1 0,1 1 0,-1 0 0,1-1 0,-1 1 0,0 0 0,2 1 0,-3-1 0,0-1 0,1 0 0,-1 0 0,0 1 0,0-1 0,0 0 0,0 1 0,0-1 0,0 0 0,0 1 0,0-1 0,0 0 0,0 0 0,0 1 0,0-1 0,0 0 0,0 1 0,-1-1 0,1 0 0,0 0 0,0 1 0,0-1 0,0 0 0,0 0 0,-1 1 0,1-1 0,0 0 0,0 0 0,0 1 0,-1-1 0,1 0 0,0 0 0,0 0 0,-1 0 0,1 1 0,-1-1 0,-37 17 0,28-14 0,-53 25 0,37-15 0,-1-2 0,0-1 0,-37 8 0,42-11-85,-1 0-1,1 1 1,0 1-1,-22 13 1,22-11-17,-1 0 0,0-1 1,-38 10-1,-9 0 5,2 2 0,-102 50-1,104-42-102,-1-3 1,-114 31-1,149-51 113,1 1 0,1 2 0,-52 23 0,42-16 87,-59 17 0,71-25 0,-88 36 0,89-37 0,0 1 0,0 1 0,0 1 0,-36 22 0,46-24 157,0-1 1,-1 0-1,-30 8 1,4-1 28,43-15-185,1 0 1,0 0 0,-1 0-1,1 0 1,0 0-1,-1 0 1,1 0-1,0 0 1,-1 0-1,1 0 1,0 1-1,0-1 1,-1 0 0,1 0-1,0 0 1,-1 0-1,1 1 1,0-1-1,0 0 1,0 0-1,-1 1 1,1-1 0,0 0-1,0 0 1,0 1-1,-1-1 1,1 0-1,0 1 1,0-1-1,0 0 1,0 1 0,0-1-1,0 0 1,0 0-1,0 1 1,0-1-1,0 0 1,0 1-1,0-1 1,0 0 0,0 1-1,0-1 1,0 0-1,0 1 1,0-1-1,1 0 1,-1 1-1,0-1 1,19 15 197,31 5 391,-6-9-369,76 8 0,-79-14-292,0 2 0,61 18-1,-68-16-243,1-2-1,0-1 0,1-1 0,-1-2 0,58-2 0,11 0-314,16 11 479,21 1-1709,474-12 965,-297-2 892,-298-1 274,1 0-1,-1-1 1,0-1 0,30-10-1,-23 6-158,39-6-1,-11 9 913,70 3 0,-72 2-37,82-8 0,-105 3-987,47-6 0,-70 10 0,0 1 0,-1 0 0,1 1 0,0-1 0,-1 1 0,1 0 0,0 1 0,9 3 0,-15-5 0,-1 0 0,1 0 0,0 0 0,0 1 0,-1-1 0,1 0 0,0 1 0,0-1 0,-1 1 0,1-1 0,0 1 0,-1-1 0,1 1 0,0-1 0,-1 1 0,1 0 0,-1-1 0,1 1 0,-1 0 0,0-1 0,1 1 0,-1 0 0,0 0 0,1-1 0,-1 1 0,0 0 0,0 0 0,0 0 0,1 1 0,-2-1 0,0 1 0,1-1 0,-1 1 0,0-1 0,0 0 0,0 1 0,1-1 0,-2 0 0,1 0 0,0 0 0,0 0 0,0 0 0,0 0 0,-3 1 0,-7 5 0,0-1 0,-22 9 0,30-14 0,-23 8 0,0-1 0,-37 6 0,-27 7 0,51-10-106,-61 8-1,69-15-22,0 1 0,1 2 0,0 2 0,-30 11-1,23-3-164,8-3-7,-37 12 0,32-16 221,3 1-240,-1-1 1,0-2-1,-1-1 1,-59 4 0,64-11 454,1 1 0,-1 1 0,1 1 0,-1 2 0,1 0 0,0 2 0,-41 17 1,43-13-142,-89 38-102,97-43 91,-1-1 0,0-1 0,0-1 0,-34 3 0,-55-7 17,77-1 0,0 1 0,-1 2 0,2 1 0,-1 1 0,-52 13 0,45-6 232,0-2-1,-47 4 1,23-3 103,40-5-118,0 1 0,1 0 1,0 2-1,0 0 0,0 1 0,-25 16 0,45-24-217,0 0 0,-1 0 0,1 0 0,0 0 0,0 0 0,0 0 0,0 0 0,-1 0 0,1 0 0,0 0 0,0 0 0,0 0 0,0 0 0,0 0 0,-1 0 0,1 1 0,0-1 0,0 0 0,0 0 0,0 0 0,0 0 0,0 0 0,0 0 0,-1 1 0,1-1 0,0 0 0,0 0 0,0 0 0,0 0 0,0 0 0,0 1 0,0-1 0,0 0 0,0 0 0,0 0 0,0 0 0,0 1 0,0-1 0,0 0 0,0 0 0,0 0 0,0 0 0,0 1 0,0-1 0,0 0 0,0 0 0,0 0 0,1 0 0,-1 1 0,0-1 0,0 0 0,0 0 0,0 0 0,0 0 0,0 0 0,0 0 0,1 0 0,-1 1 0,0-1 0,0 0 0,17 3 0,20-4 0,46-10-505,1 3 0,136 5 0,6 0-164,-110-9 669,30-1 0,-48 14-395,-44 0-1226,56-5 1,-83 0 1572,0-2 1,30-9-1,19-5 53,-28 10-13,-19 6-21,1-3-1,-1 0 1,45-18 0,-48 14 15,1 2 0,0 0-1,1 2 1,50-6-1,112 4 4440,-492 10-2695,279 1-1730,-1 0 0,1 2 0,0 0 0,-26 10 0,21-6 0,-1-1 0,-35 3 0,-61-4 0,-43 5 0,74-3 0,-98-5 0,178-3 0,-9 1-148,0 2 1,0 0-1,0 2 0,-28 9 0,23-6-102,0-1 0,-34 3 0,-171-8-603,165-5 547,-1 4-1,-84 10 0,83-1 307,30-6 0,-74 20 0,-51 12 706,111-26-239,-75 23-1,148-29 383,17-2-75,1560-4-7947,-1544 0 7282,52-10 0,38-2 251,-122 14-197,-11-1 74,1 0-1,-1 1 1,0 0-1,0 1 1,0 0-1,0 0 0,1 1 1,14 16 2216,-24-18-2422,-20 5 907,12-5-869,-14 3 184,0 0-1,-34 9 0,48-9-226,0 0 1,0 1-1,1-1 1,0 1 0,-1 1-1,1-1 1,0 1-1,1 1 1,0-1 0,-9 10-1,4-3-253,-2 1-1,1-2 1,-1 1-1,-1-2 1,-27 17-1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2:56:02.2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680 1260 24575,'2'1'0,"0"0"0,0 0 0,-1 0 0,1 0 0,0 1 0,-1-1 0,1 0 0,-1 1 0,1-1 0,-1 1 0,0 0 0,0-1 0,0 1 0,0 0 0,0 0 0,0-1 0,1 5 0,2 1 0,4 7 0,-1 1 0,0 0 0,-1 0 0,-1 1 0,4 19 0,12 84 0,-16-84 0,3 49 0,-6 169 0,-5-119 0,1-42 0,0-31 0,8 83 0,-6-140 0,1 0 0,0 0 0,0 0 0,0 0 0,0-1 0,0 1 0,1 0 0,0-1 0,0 1 0,0-1 0,0 0 0,0 1 0,1-1 0,-1 0 0,1 0 0,0-1 0,6 6 0,-7-7 0,0 0 0,0 0 0,0-1 0,0 1 0,0 0 0,0-1 0,0 1 0,1-1 0,-1 0 0,0 0 0,0 0 0,0 0 0,1 0 0,-1 0 0,0 0 0,0-1 0,0 1 0,1-1 0,-1 0 0,0 1 0,0-1 0,0 0 0,0 0 0,0 0 0,0-1 0,-1 1 0,1 0 0,0-1 0,-1 1 0,1-1 0,0 0 0,1-2 0,5-6 0,-1-1 0,0 0 0,0 0 0,-1 0 0,-1-1 0,0 0 0,5-18 0,-4 14 0,-1 1 0,2 0 0,0 0 0,10-16 0,15-11 0,-23 31 0,1-1 0,-2-1 0,0 1 0,0-1 0,-1-1 0,-1 1 0,6-17 0,-2-8 0,-1 0 0,-2 0 0,3-41 0,-9 63 0,2 1 0,0-1 0,1 1 0,9-23 0,-7 20 0,0-1 0,5-29 0,-4-32 0,-7-151 0,-3 96 0,1 81 0,-3 1 0,-2 0 0,-22-84 0,19 109 0,0 1 0,-2 0 0,-30-48 0,41 73 0,0 0 0,-1-1 0,1 1 0,-1-1 0,0 1 0,0 0 0,0 0 0,0 0 0,0 0 0,0 1 0,0-1 0,-5-2 0,6 3 0,0 1 0,0 0 0,0 0 0,0 0 0,0-1 0,0 1 0,0 0 0,0 0 0,1 0 0,-1 0 0,0 1 0,0-1 0,0 0 0,0 0 0,0 1 0,0-1 0,0 0 0,1 1 0,-1-1 0,0 0 0,0 1 0,0 0 0,1-1 0,-1 1 0,0-1 0,1 1 0,-1 0 0,0-1 0,1 1 0,-1 0 0,1 0 0,-1 0 0,1-1 0,-1 1 0,1 0 0,0 0 0,0 0 0,-1 0 0,1 0 0,0 1 0,-2 4 0,0 1 0,1 0 0,0-1 0,0 1 0,0 0 0,1 0 0,0 0 0,1 0 0,1 11 0,19 67 0,-6-27 0,-6 5 0,-3 0 0,-3 1 0,-6 76 0,0-24 0,5-32 0,0-31 0,-7 72 0,1-102 0,-1 0 0,-9 25 0,7-24 0,-8 43 0,-7 173 0,21-234 0,1 0 0,0 0 0,0 1 0,0-1 0,3 12 0,-3-17 0,1 0 0,-1 0 0,0-1 0,0 1 0,0 0 0,1 0 0,-1-1 0,0 1 0,1 0 0,-1-1 0,1 1 0,-1 0 0,1-1 0,-1 1 0,1-1 0,-1 1 0,1-1 0,0 1 0,-1-1 0,1 1 0,0-1 0,0 1 0,0-1 0,0 0 0,1-1 0,-1 1 0,0 0 0,0 0 0,0-1 0,0 1 0,0-1 0,0 1 0,0-1 0,0 0 0,0 1 0,0-1 0,0 0 0,0 1 0,-1-1 0,1 0 0,0 0 0,0 0 0,-1 0 0,2-1 0,8-12-47,0 0-1,-1 0 1,0-1-1,-1 0 1,11-31-1,-6 2-222,9-46 0,-16 70 233,1-1 1,1 1-1,1 1 1,1 0-1,12-19 1,13-27 61,57-135-25,-63 141 0,10-23 0,-18 27-498,2 2 1,3 0 0,42-63 0,-57 97 380,-1 0 0,-1-1 0,-1 0 0,6-22 0,16-40-68,-7 33 185,-3 0 0,20-78 0,26-80 1039,-62 194-617,1 1-1,1-1 1,7-12-1,-7 13-161,0 0-1,0 0 1,5-20-1,-4 5-249,0 4-10,0 0 1,-2-1 0,-1 0 0,-1 0 0,-1 0-1,-2-25 1,0 45-1,-1 1 0,1-1 0,-1 0 0,-1 0 0,1 1 0,0-1 0,-1 0 0,0 1 0,1 0 0,-2-1 0,1 1 0,0 0 0,0 0 0,-1 0 0,0 0 0,0 1 0,0-1 0,0 1 0,0 0 0,0 0 0,0 0 0,-1 0 0,1 0 0,-1 0 0,1 1 0,-1 0 0,0 0 0,0 0 0,1 0 0,-1 1 0,0-1 0,-5 1 0,0 0 0,-1 0 0,0 0 0,1 1 0,-1 0 0,0 0 0,1 1 0,-1 1 0,1 0 0,0 0 0,0 1 0,-17 9 0,-11 11 0,-1-1 0,1 1 0,1 2 0,-61 58 0,14-4-401,54-54 174,1 0-1,1 2 1,-26 37-1,-15 20 1,47-61 451,1 1 0,2 0-1,-26 45 1,25-34-239,-27 34 1,2-2 579,28-40-745,-1 0-1,-2-1 1,0-1 0,-29 28-1,41-45 181,-1 0 0,1 0 0,1 1 0,0 0 0,0 0 0,1 1 0,1-1 0,-1 1 0,-2 14 0,2-10 0,0-2 0,0 1 0,-2-1 0,1 0 0,-10 14 0,-16 14 102,16-21 172,-26 42 1,37-53-235,0 1 0,1-1 0,1 1-1,-1 0 1,2 0 0,-1 1 0,1-1-1,0 12 1,0 64-40,5-236 0,0-14 0,-4 133 0,-1 0 0,-2 0 0,-9-36 0,1 29 0,-27-58 0,15 41 0,13 28 0,2 3 0,-1 0 0,-17-27 0,27 51 0,0 0 0,0 0 0,0 1 0,0-1 0,0 0 0,0 0 0,0 0 0,0 1 0,0-1 0,0 0 0,0 0 0,0 0 0,0 1 0,0-1 0,-1 0 0,1 0 0,0 0 0,0 0 0,0 1 0,0-1 0,0 0 0,-1 0 0,1 0 0,0 0 0,0 0 0,0 1 0,0-1 0,-1 0 0,1 0 0,0 0 0,0 0 0,-1 0 0,1 0 0,0 0 0,0 0 0,0 0 0,-1 0 0,1 0 0,0 0 0,0 0 0,0 0 0,-1 0 0,1 0 0,0 0 0,0 0 0,0 0 0,-1 0 0,1 0 0,0-1 0,0 1 0,0 0 0,-1 0 0,1 0 0,0 0 0,0 0 0,0 0 0,0-1 0,-1 1 0,1 0 0,0 0 0,0 0 0,0-1 0,-2 22 0,2-20 0,-2 74 0,-18 117 0,17-182 0,0 0 0,0 0 0,-2 0 0,1-1 0,-1 1 0,-9 13 0,7-13 0,1-1 0,1 2 0,0-1 0,0 0 0,-4 16 0,5 0 0,3-19 0,0-1 0,0 1 0,0-1 0,-1 1 0,0-1 0,0 0 0,-1 0 0,-5 11 0,7-21 0,-1 1 0,1 0 0,0 0 0,0-1 0,1 1 0,-1-1 0,1 1 0,-1-1 0,1-3 0,-1-19 0,0-1 0,2 1 0,1 0 0,1 0 0,1 0 0,2 0 0,0 0 0,2 1 0,11-27 0,3-3 0,-20 45 0,2 0 0,-1 0 0,2 0 0,-1 1 0,1 0 0,1-1 0,-1 2 0,1-1 0,9-9 0,-8 12 0,-1-1 0,0 0 0,0-1 0,0 1 0,-1-1 0,0 0 0,-1 0 0,0-1 0,4-9 0,26-56 0,-43 107 0,2-1 0,1 1 0,1 0 0,0 35 0,3-41 0,-2 1 0,0-1 0,-11 33 0,7-30 0,1 1 0,-3 33 0,6 288 0,7-182 0,-4-134 0,2 43 0,0-73 0,-1-1 0,1 1 0,1-1 0,-1 0 0,1 1 0,0-1 0,0 0 0,0 0 0,1 0 0,0 0 0,4 6 0,-7-11 0,0 0 0,1 1 0,-1-1 0,0 1 0,0-1 0,1 0 0,-1 1 0,0-1 0,1 0 0,-1 0 0,0 1 0,1-1 0,-1 0 0,0 0 0,1 1 0,-1-1 0,1 0 0,-1 0 0,0 0 0,1 0 0,-1 0 0,1 0 0,-1 0 0,0 1 0,1-1 0,-1 0 0,1 0 0,-1-1 0,1 1 0,-1 0 0,0 0 0,2 0 0,5-13 0,-1-22 0,-6 13 0,-1 1 0,-1 0 0,-1 0 0,-1 0 0,-1 0 0,0 1 0,-2 0 0,-10-23 0,0-3 0,11 25 0,1 0 0,1-1 0,-2-37 0,4 35 0,-1 0 0,-10-42 0,7 48-12,-19-64-481,-19-113 1,40 172 639,-2 0-1,-13-34 0,12 38-34,0-1-1,2 0 1,0 0 0,-2-23-1,-4-70-111,-4-73 0,12 158 0,-2 0 0,-1 0 0,-1 1 0,-1 0 0,-1 1 0,-23-44 0,31 67 0,0 0 0,-1 1 0,1-1 0,-1 0 0,0 1 0,0-1 0,0 1 0,0-1 0,0 1 0,-1 0 0,1 0 0,-1 0 0,0 0 0,1 1 0,-1-1 0,-3-1 0,5 3 0,0-1 0,0 1 0,-1 0 0,1 0 0,0 0 0,0 0 0,0 0 0,0 0 0,0 0 0,0 0 0,0 0 0,0 1 0,0-1 0,-1 0 0,1 1 0,0-1 0,0 0 0,-1 2 0,0-1 0,0 1 0,1-1 0,-1 1 0,1 0 0,0-1 0,-1 1 0,1 0 0,0 0 0,0 0 0,0 0 0,0-1 0,1 1 0,-2 3 0,0 2 0,1-1 0,-1 1 0,1 0 0,0 0 0,1 0 0,0 0 0,0 0 0,0 0 0,1-1 0,0 1 0,0 0 0,1 0 0,0 0 0,3 6 0,4 8 0,1-1 0,1-1 0,15 20 0,-13-20 0,-1 1 0,17 35 0,-26-48-151,1 0-1,-1 0 0,2 0 0,-1-1 1,1 0-1,0 0 0,0 0 1,8 7-1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2:56:10.8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492 1102 24575,'-342'0'0,"330"1"0,0 1 0,0 0 0,-1 0 0,1 1 0,-16 7 0,-31 6 0,59-16 0,0 0 0,0 0 0,0 0 0,0 0 0,0-1 0,0 1 0,0 0 0,0 0 0,0 0 0,0 0 0,0 0 0,0 0 0,0 0 0,0 0 0,0 0 0,0 0 0,0 0 0,0 0 0,0 0 0,0 0 0,0-1 0,0 1 0,0 0 0,0 0 0,-1 0 0,1 0 0,0 0 0,0 0 0,0 0 0,0 0 0,0 0 0,0 0 0,0 0 0,0 0 0,0 0 0,0 0 0,0 0 0,0 0 0,-1 0 0,1 0 0,12-6 0,21-7 0,105-29 0,-22 5 0,-102 33 0,0-1 0,0 0 0,0-1 0,-1-1 0,0 0 0,22-17 0,-26 19 0,0-1 0,1 2 0,0-1 0,0 1 0,0 1 0,14-4 0,69-9 0,-66 12 0,-22 3 0,32-4 0,63-19 0,-10 1 0,-70 19 0,0 0 0,0-2 0,0 0 0,-1-1 0,0-1 0,-1-1 0,29-17 0,-37 18 0,1 0 0,0 1 0,0 0 0,1 0 0,0 2 0,0-1 0,0 2 0,1-1 0,19-3 0,-20 7 0,-1-2 0,0 1 0,1-2 0,-1 0 0,0 0 0,0 0 0,-1-2 0,0 1 0,0-1 0,0-1 0,0 0 0,-1 0 0,9-10 0,-13 12 0,-4 3 0,1 0 0,0 0 0,-1 0 0,1 0 0,0 0 0,0 0 0,0 1 0,0-1 0,1 1 0,-1-1 0,0 1 0,1 0 0,-1 0 0,1 0 0,-1 0 0,5-1 0,-15 21 0,-16 13 0,-1-1 0,-2-2 0,-60 52 0,-22 23 0,27-27 0,63-63 0,2 2 0,0 0 0,1 0 0,1 2 0,-23 32 0,37-49 0,0 0 0,0 0 0,1 0 0,-1 0 0,1 0 0,-1 0 0,1 1 0,-1-1 0,1 0 0,0 0 0,-1 0 0,1 0 0,0 1 0,0-1 0,0 0 0,0 0 0,0 0 0,0 1 0,0-1 0,0 0 0,0 0 0,1 0 0,-1 1 0,1-1 0,-1 0 0,1 0 0,-1 0 0,1 0 0,-1 0 0,1 0 0,0 0 0,0 0 0,-1 0 0,1 0 0,0 0 0,0-1 0,0 1 0,0 0 0,0-1 0,0 1 0,0 0 0,0-1 0,0 1 0,0-1 0,1 0 0,-1 1 0,2-1 0,7 3 0,0-1 0,0-1 0,0 0 0,15 0 0,-21-1 0,13 0 0,-1 0 0,0-1 0,0-1 0,0 0 0,0-1 0,0-1 0,0-1 0,-1 0 0,29-14 0,65-44 0,-96 56 0,1 0 0,1 1 0,-1 0 0,1 1 0,0 1 0,25-5 0,-24 6 0,0 0 0,-1-1 0,0-1 0,0 0 0,0-1 0,17-11 0,103-64-444,94-64-553,-220 139 1096,1 0 1,1 1-1,-1 0 0,21-6 1,-24 9-37,0 0 0,0 0 0,0-1-1,-1 0 1,1 0 0,-1 0 0,0-1 0,0 0 0,0 0 0,0-1 0,-1 1 0,0-1 0,0-1 0,7-8 0,-3-2-63,1 2 0,0-1 0,0 2 0,2-1 0,0 1 0,0 1 0,1 0 0,17-11 0,-16 13 0,1 1 0,0 1 0,29-13 0,-54 28 0,-1-1 0,1 1 0,0 1 0,1 0 0,0 0 0,-14 18 0,6-9 0,-35 30 0,28-30 0,-129 83 0,44-29 0,75-48 0,-199 155 0,216-164 0,-35 32 0,48-43 0,0 1 0,1 0 0,-1 0 0,1 1 0,0-1 0,0 1 0,1-1 0,-1 1 0,-2 8 0,5-13 0,0 0 0,0 1 0,-1-1 0,1 0 0,0 1 0,0-1 0,0 1 0,0-1 0,0 0 0,0 1 0,0-1 0,0 1 0,0-1 0,0 0 0,0 1 0,0-1 0,0 0 0,0 1 0,0-1 0,1 1 0,-1-1 0,0 0 0,0 1 0,0-1 0,0 0 0,1 1 0,-1-1 0,0 0 0,0 0 0,1 1 0,-1-1 0,1 1 0,12-3 0,15-11 0,9-7-268,1 1-1,0 3 0,47-14 1,-7 2 27,104-52 241,-140 63 18,-4 2-109,73-20 1,-54 20-1727,64-26 0,0-2-110,-12 8 1687,43-12 245,-123 37 140,0-1 0,29-15 0,-28 12 173,49-16-1,-63 26 109,0-1 0,0-1 0,-1 0 1,1-1-1,17-25 2129,-35 32-2457,0 0 0,0 0 1,0 0-1,0 1 0,1-1 0,-1 1 0,0-1 0,0 1 1,0 0-1,0-1 0,1 1 0,-1 0 0,-2 2 1,0 1-77,1 1 0,-1 0 1,1 0-1,0 0 0,0 1 1,1-1-1,-4 10 1,4-8-30,-1 0-1,-1 0 1,1 0 0,-8 10 0,-15 12-200,-1-1-1,-39 29 0,35-30-152,12-12-104,-1-1-1,-36 20 0,-13 7 129,-67 44 336,88-57 0,7-6 363,23-12-41,1 0-1,-23 17 1,8-5-399,-2-1-1,0-1 0,-46 18 1,-41 24-90,-125 86 723,197-114-100,30-20-31,-36 20 0,38-26-425,23-13 0,26-16 0,-30 19 0,134-86-1147,-101 67 1114,-23 14 33,-1 0 0,1 0 0,-1-1 0,-1-1 0,14-13 0,9-12-62,70-56-1,-32 31-1312,70-53 1266,-27 23 115,43-46-6,-101 87 4,-22 19 86,52-55-1,-6-17-52,-40 49-37,-30 41 0,-1 0 0,0 0 0,-1-1 0,0 0 0,-1-1 0,0 0 0,-1 0 0,0 0 0,3-15 0,-4-3 513,-1-1-1,-2 1 1,-1-1 0,-5-53-1,4 82-512,0-1 0,-1 0 0,0 0 0,1 1 0,-1-1 0,-1 0 0,1 1 0,0-1 0,-1 1 0,0-1 0,0 1 0,0 0 0,0 0 0,0 0 0,-1 0 0,1 0 0,-1 0 0,-3-2 0,1 2 0,1 1 0,0-1 0,-1 1 0,1 1 0,-1-1 0,1 1 0,-1-1 0,0 1 0,0 1 0,0-1 0,1 1 0,-1-1 0,-10 2 0,-9 2 0,-1 1 0,1 1 0,0 1 0,0 1 0,1 2 0,0 0 0,0 1 0,-32 21 0,30-19 0,-1-1 0,0-1 0,0-2 0,-35 8 0,17-5 0,-6 6 0,0 3 0,1 1 0,-88 55 0,75-41 0,-188 119 0,233-142 0,0 1 0,0 0 0,1 2 0,-19 22 0,-32 27 0,50-48 0,0 1 0,1 1 0,0 1 0,-24 40 0,39-58 0,0 0 0,0 0 0,0 0 0,0 0 0,1 0 0,-1 0 0,0 0 0,1 0 0,-1 1 0,1-1 0,-1 0 0,1 0 0,0 1 0,-1-1 0,1 0 0,0 1 0,0-1 0,0 0 0,0 0 0,0 1 0,0-1 0,0 0 0,1 1 0,-1-1 0,0 0 0,1 0 0,-1 1 0,1-1 0,-1 0 0,1 0 0,0 0 0,-1 0 0,1 1 0,0-1 0,0 0 0,0-1 0,0 1 0,0 0 0,0 0 0,0 0 0,0 0 0,0-1 0,0 1 0,0-1 0,1 1 0,-1-1 0,0 1 0,0-1 0,1 1 0,-1-1 0,0 0 0,3 0 0,5 2 0,1-1 0,0 0 0,0 0 0,0-2 0,16-1 0,4-3-233,-1-3 0,-1 0 0,1-1 0,36-19 0,25-8-435,62-6-145,-125 35 618,0-2 0,0-1-1,33-17 1,15-7-113,-39 20 185,154-55-1496,-115 41 2064,111-55 0,-163 71-445,14-6 0,57-37 0,-45 18 56,58-38 193,-99 70-12,0 1 0,0-1 0,-1 0 0,0-1 0,0 0 0,0 0 1,-1 0-1,0-1 0,0 0 0,0 0 0,4-9 0,-49 49 1200,3 7-1437,-1-1 0,-2-1 0,-2-2 0,-76 50 0,52-46 0,-119 81 0,148-96-787,0-2 1,-2-2-1,-40 17 0,51-25 660,-99 52 70,-70 31-363,115-54 931,58-28-439,-43 17 1,21-13 60,4-2 411,0-1 0,-57 12 0,-42-1 786,165-32-1330,-1-2 0,47-21 0,-44 16 0,0 2 0,0 1 0,37-8 0,-28 13 0,59-1 0,-68 6 0,1-1 0,-1-1 0,0-2 0,32-8 0,-10 0 0,-1 3 0,1 2 0,0 1 0,1 3 0,-1 3 0,65 6 0,-110-6 0,0 1 0,1-1 0,-1 1 0,0 0 0,1 0 0,-1 0 0,0 1 0,0-1 0,0 1 0,0 0 0,0 0 0,0 1 0,5 4 0,-6-5 0,-1 1 0,0 0 0,0 0 0,0 0 0,0 0 0,0 0 0,0 1 0,-1-1 0,0 0 0,0 1 0,0-1 0,0 1 0,0 0 0,-1-1 0,1 1 0,-1 7 0,-1 5 0,-1 1 0,0-1 0,-1 1 0,-1-1 0,0 0 0,-2 0 0,1-1 0,-2 0 0,0 0 0,-1 0 0,-11 15 0,-5 5 0,-2-1 0,-1-1 0,-37 35 0,-120 84-3689,72-64 2034,14-17 2098,6-5 2063,58-41-1616,24-19-651,1 0 0,0 1 0,1 0 0,0 1 0,-9 9 0,16-16-236,1-1 0,-1 1 0,1 0 1,-1-1-1,1 1 0,-1 0 0,1-1 1,-1 1-1,1 0 0,0 0 0,-1-1 1,1 1-1,0 0 0,0 0 1,-1 0-1,1 0 0,0-1 0,0 1 1,0 0-1,0 0 0,0 1 0,1-1-2,-1-1 0,1 0 0,-1 1-1,1-1 1,-1 0 0,1 1 0,-1-1-1,1 0 1,-1 1 0,1-1 0,-1 0 0,1 0-1,-1 0 1,1 0 0,-1 1 0,1-1-1,0 0 1,-1 0 0,1 0 0,-1 0 0,1 0-1,0-1 1,5 1-4,-1-1 0,0 0 0,1 0 0,-1-1 0,7-3 0,18-11 3,0-1 0,30-23 0,-44 30-101,0 2-1,0 0 1,1 1-1,0 0 1,1 2 0,29-6-1,-26 6-9,0-1 1,0 0-1,-1-1 0,24-12 1,-11 2 110,1 2 0,0 2 0,52-13 0,-5-6 0,-4 2 0,58-20 0,-96 33 0,0 2 0,81-19 0,-99 29 70,1-2 1,-1-1 0,0 0 0,-1-2-1,0 0 1,0-1 0,32-25-1,7-3 231,-46 32-210,1 1 0,-1 0 1,19-5-1,30-14-59,-16-3-32,-40 27 0,-12 9 0,-18 16 0,16-16 0,-16 16 0,0-1 0,-2-1 0,-1 0 0,0-3 0,-2 0 0,-41 20 0,41-23 0,0 0 0,-33 27 0,-9 6 0,-119 62-1406,175-103 1397,0-1 0,0-1 1,-1-1-1,0 0 0,-22 4 0,20-6 11,1 2 0,0 0 0,0 0 1,-24 13-1,-117 74 1222,157-92-1218,0 1 0,0-1 0,1 0 0,-1 0-1,0 1 1,1-1 0,-1 0 0,0 1 0,0-1 0,1 1-1,-1-1 1,1 1 0,-1-1 0,0 1 0,1-1 0,-1 1-1,1 0 1,-1-1 0,1 1 0,0 0 0,-1 0-1,1-1 1,0 1 0,-1 1 0,2-2-1,1 0 0,-1-1 0,0 1-1,1 0 1,-1 0 0,0-1 0,0 1 0,0-1 0,1 1 0,-1-1 0,0 1 0,0-1 0,0 0-1,0 1 1,2-3 0,14-9-13,33-24-438,97-51 0,-110 66 45,0-2 0,55-44 0,-58 40 429,1 2 0,58-32 0,-41 29-457,-1-2 0,-1-2 0,-2-3 0,-2-1 0,49-49 0,-49 42 1075,-28 28-566,0-2-1,-1 0 1,-1-1 0,22-30-1,-4-1 337,-26 40-151,0-1 0,-1 0 0,-1 0 0,1-1 0,-2 0 0,1 0 0,-2 0 0,1-1 0,4-24 0,-5 16-196,-2 0 0,0 0 0,-2-1 0,0 1 0,-1-1 0,-7-35 0,7 53-69,0 0 0,-1-1 0,1 1 0,-1 0 0,0 0 0,0 1 0,0-1 0,0 0 0,0 1 0,0-1 0,-1 1 0,0 0 0,1-1 0,-1 1 0,0 1 0,0-1 0,0 0 0,0 1 0,0-1 0,0 1 0,-1 0 0,1 0 0,0 0 0,-7 0 0,-7-1 0,-1 1 0,1 0 0,-31 4 0,20-2 0,-46 5-329,0 2 0,-79 21 0,108-22 242,-53 3 1,71-9 71,-1 1 0,1 1 0,0 2 1,0 1-1,0 0 0,-39 17 0,-207 106 1011,234-110-907,0 3 1,-40 29-1,76-49-89,1-1 0,-1 0 0,1 1 0,-1 0 0,1 0 0,0 0 0,0 0 0,0 0 0,0 0 0,0 0 0,1 1 0,-1-1 0,1 1 0,-1-1 0,1 1 0,0 0 0,0-1 0,0 1 0,0 0 0,0 4 0,2-6 0,-1 0 0,0-1 0,1 1 0,0 0 0,-1-1 0,1 1 0,-1 0 0,1-1 0,0 1 0,-1-1 0,1 1 0,0-1 0,0 1 0,-1-1 0,1 0 0,0 1 0,0-1 0,0 0 0,0 0 0,-1 1 0,1-1 0,0 0 0,0 0 0,0 0 0,0 0 0,0 0 0,-1 0 0,1-1 0,0 1 0,0 0 0,0 0 0,0-1 0,1 1 0,31-9 0,-33 9 0,269-80 0,-146 45-674,18-6-155,47-35 829,-75 30 0,31-14 0,-129 53 69,130-75 1061,-145 82-1118,-12 5 170,-21 11-72,-24 20-110,-91 39 0,48-26 0,24-12 0,42-22 0,0 1 0,-31 22 0,33-18-204,-2-2 0,-46 19-1,-32 16-193,62-28 377,-83 30 1,83-37 122,-93 49 0,109-48 181,0-2 0,-62 21-1,96-38-282,0 0 0,0 1 0,0-1 0,-1 0 0,1 0 0,0 0 0,0 0 0,0 0 0,-1 1 0,1-1 0,0 0 0,0 0 0,-1 0 0,1 0 0,0 0 0,0 0 0,0 0 0,-1 0 0,1 0 0,0 0 0,0 0 0,-1 0 0,1 0 0,0 0 0,0 0 0,-1 0 0,1 0 0,0 0 0,0 0 0,-1-1 0,1 1 0,0 0 0,0 0 0,0 0 0,-1 0 0,1 0 0,0-1 0,0 1 0,0 0 0,-1 0 0,1 0 0,0-1 0,0 1 0,0 0 0,0 0 0,0 0 0,0-1 0,-1 1 0,9-15 0,18-14 0,-12 19-84,1 1 0,1 1 0,22-10 0,27-14-348,-15 2-222,1 2 1,1 2 0,75-26-1,134-41-2300,-181 63 2594,-45 15 282,0 2-1,48-10 0,-37 11-21,0-2 0,70-31 1,45-14-113,-62 37 3035,199-19 1,-332 44-2465,1 2 0,0 1 1,0 1-1,-49 18 0,47-11-420,-266 103-1858,188-74 1533,78-28 185,-1-2 1,0-1-1,-44 9 0,42-12 36,0 2 0,1 1 0,0 3 0,-38 19 0,38-15-35,0-3 0,-2-1 0,-70 17-1,-187 43-1653,267-66 1572,-1 0 267,-57 26 0,62-25 316,0 0 0,-1-2 0,0-1 0,0-1-1,-33 4 1,12-2-223,3 2 1458,-54 20 1,-12 3 468,103-31-2005,8 0 0,20 0 0,32-3 0,-16-7-252,-1-1-1,0-2 0,-1-2 1,48-23-1,-35 14-121,62-19-1,9 5-253,100-26-1200,-182 51 1107,38-17 0,-39 14 486,47-11 0,11 6-285,43-10 280,85-47 240,-189 66 516,1 1-1,0 1 0,67-5 0,-71 10-461,1 0-1,-1-3 0,1 0 0,-2-2 0,42-16 0,-43 11 405,1 1 0,0 1 0,1 1 0,0 1 0,0 2 0,1 2 0,46-4 0,-101 32 638,0-8-1096,-1-1 0,-1 0 0,0-2 0,-36 11 0,23-8 0,-43 22 0,25-5-489,-75 37-1172,67-41 1146,-132 51-2391,-14-7 3699,81-23-363,95-34-361,-1-2-1,0-1 1,-74 14-1,79-19-7,0 1 0,1 1-1,0 2 1,1 1-1,-40 23 1,23-13 159,-7 0 491,40-18-477,0 0 0,1 2 0,0-1 0,0 1 0,0 1 0,1 0 0,0 0 0,-17 16 0,28-23-231,0 0 0,0 0 1,-1 0-1,1 0 0,0 0 1,0 1-1,0-1 1,0 0-1,0 0 0,0 0 1,0 0-1,0 0 0,0 0 1,0 0-1,0 0 1,0 0-1,0 1 0,0-1 1,0 0-1,-1 0 0,1 0 1,0 0-1,0 0 0,0 0 1,0 0-1,0 1 1,0-1-1,0 0 0,0 0 1,1 0-1,-1 0 0,0 0 1,0 0-1,0 0 1,0 0-1,0 1 0,0-1 1,0 0-1,0 0 0,0 0 1,0 0-1,0 0 0,0 0 1,0 0-1,0 0 1,0 0-1,1 0 0,-1 1 1,0-1-1,0 0 0,0 0 1,0 0-1,0 0 1,0 0-1,0 0 0,0 0 1,1 0-1,-1 0 0,0 0 1,0 0-1,0 0 1,0 0-1,0 0 0,1 0 1,12-1 214,16-6 18,-5-1-236,-1-2 0,35-19 0,24-11 0,-9 9-297,-40 16-14,53-16 0,1 9 311,85-27 0,-126 34-243,1 3 0,62-8 0,-63 12-4,1-1 0,62-22 0,-45 10-778,123-22 0,-178 41 1015,119-31-752,-15 3 147,-77 20 615,54-22 0,-55 19 0,51-13 0,14-2 0,-67 18 0,0 1 0,1 1 0,44-4 0,146-13 3902,-240 28-3710,0 1 0,0 0 1,1 1-1,-1 1 1,1 1-1,0 0 1,1 1-1,0 0 1,-15 12-1,14-9-192,-1-1 0,0 0 0,0-1 0,-1-1 0,0 0 0,0-2 0,-1 0 0,0 0 0,0-2 0,-37 5 0,30-6 0,-1 1 0,1 1 0,0 1 0,0 1 0,1 2 0,0 0 0,0 2 0,1 1 0,-30 19 0,34-20 0,0-1 0,0 0 0,-2-2 0,1-1 0,-1 0 0,0-1 0,0-2 0,-23 3 0,14-2 0,0 2 0,1 0 0,-34 14 0,14 2 0,28-12 0,-1-2 0,0 0 0,-1-1 0,-23 5 0,-105 25 0,76-16 0,-52 22-598,99-32 392,0-1 0,-1-1 0,0-2 0,0-1 0,-37 4 0,62-11 206,-121 14 0,113-12 0,0 0 0,0 2 0,0-1 0,1 1 0,-1 1 0,1 0 0,-20 13 0,28-13 224,10-4 292,14-6 436,46-17-1910,109-53 0,41-14 858,-101 49 100,70-21 0,-62 23 0,31-10 0,154-49-3346,-176 50 2410,0-2 273,26-9-514,165-49 1555,-271 90-200,-1-3 0,-1-1 0,0-3 0,75-49 0,-109 63 401,0 0-1,0 1 0,1 0 1,1 2-1,36-11 830,-71 22-221,-30 10 338,-21 17-1525,41-18 0,-1-1 0,-56 16 0,32-13-290,-73 31 0,0 0-60,-140 52-1352,108-36 1702,-22 7 0,-157 38-2094,262-80 2005,-117 38 971,134-50-675,22-6-197,0 1 1,-45 21-1,51-21 5,-1 0 0,0-2 0,0-1 0,0-1 0,-58 4 0,3 0-11,66-6 183,0 1 0,0 1-1,0 1 1,1 0 0,0 1-1,-31 21 1,14-9-43,25-17 192,26-15 403,31-19 336,46-20-1545,-60 30 101,0 3 0,1 1 0,45-16 0,99-31-702,-101 34 5,114-29 0,149-26-900,153-55-475,-403 111 2431,-35 9-24,2 3 0,-1 2 0,78-9 0,-85 16-162,0-2-1,0-2 1,-1-3-1,48-20 1,67-20 417,-135 47 239,1 1 0,1 2 0,51-2 0,-60 7-336,0-1 1,0-1-1,0-1 1,39-10-1,142-36 826,-182 46-89,0-2-1,0 0 1,30-12-1,-45 14-706,1 0 0,0 1 0,0 0 0,0 0 0,0 1 0,0 0 0,1 0 0,-1 0 0,0 1 0,0 1 0,1-1 0,12 3 0,-17-2-102,0 0-1,0 0 1,0 0 0,0 1 0,0-1 0,0 1 0,0 0 0,-1 0-1,1 0 1,-1 0 0,1 0 0,-1 0 0,0 1 0,0-1 0,0 1-1,0-1 1,0 1 0,0 0 0,-1 0 0,0 0 0,1 0 0,-1 0-1,0 0 1,0 0 0,-1 0 0,1 0 0,-1 1 0,1-1 0,-1 0-1,0 4 1,-1-1-52,1 1 0,-1-1 0,0 0 0,-1 0 0,1 0 0,-1 0 0,0-1 0,-1 1 0,0 0 0,1-1 0,-2 1 0,1-1 0,-1 0 0,-5 6 0,-4 3 0,0-1 0,-1 0 0,-21 15 0,20-19 0,1-1 0,-1 0 0,-31 11 0,27-12 0,-34 19 0,5 3-211,-63 37-543,81-54 429,1 0-1,-39 9 0,36-12-124,-56 24 1,-6 6 449,-2-4 0,-138 31 0,211-60 0,-7 3-291,-44 21 1,-14 5-168,-11-9 64,64-18 62,-1 1-1,2 2 1,-46 21 0,66-25 278,-112 52-691,108-52 648,-2-1 0,1-1 0,-1 0 0,-38 3-1,-165 16 98,205-20 0,1 2 0,-1 0 0,-26 13 0,26-11 0,-1 0 0,-33 9 0,-74 19 0,76-20 0,-74 13 0,96-23 0,0 2 0,0 0 0,-42 20 0,-34 12 0,76-34 0,-1 0 0,0-2 0,-33 0 0,-14 3 0,60-4 28,1 1-1,0 0 1,1 1-1,-22 11 1,-20 6 37,-56 23 731,77-29-236,-55 21 2299,116-43-1540,276-120-1121,-237 98-537,-16 5 174,1 3 1,87-24-1,-68 26-468,107-45 0,28-9-347,55-11 540,9-2-3837,-24-1 4088,-148 48 156,-51 23 33,73-13 0,16-4 0,-20-2 362,71-24 396,-25 15 1731,-21 8-159,-66 11-1320,2 4 1,110-15 0,-113 30-1011,-45 4 0,-24 1 0,-11 1 0,-58 9 0,-43 4 0,86-11 0,0 1 0,1 2 0,0 0 0,-29 12 0,-39 11 0,80-27 0,-18 4 0,-1 2 0,-34 14 0,33-10 0,-1-1 0,0-2 0,-1 0 0,0-3 0,-53 5 0,38-5 0,0 1 0,1 2 0,-78 27 0,-59 29-887,140-50 721,0-3 0,-82 13 0,74-16 159,16-1 7,0 2 0,-43 18 0,-36 11 0,20-10 0,59-17 0,-1-1 0,-56 9 0,42-14 0,1 2 0,-76 23 0,58-11-28,45-15 66,1 1 0,-1 1 1,1 1-1,-33 18 0,109-41 1191,26-25-1818,43-24-546,-94 49 1135,1 0 0,1 2 0,33-9 0,36-14 0,181-76-461,-134 55-1754,-70 30 2198,85-17 1,-96 28-622,-1-3 1,86-36 0,-93 31 544,115-29 0,-115 37 99,0-2-1,61-28 0,-84 30-5,1 1 0,0 2 0,1 1 0,1 3 0,48-7 0,-40 10-465,78-22 0,-99 19 405,-1 0-1,0-2 1,46-27-1,-49 27 606,0 0-1,1 2 1,0 1-1,1 0 0,30-4 1,-18 3 280,-22 4-779,0 0 0,0 0 0,-1-2 0,0 0 1,0 0-1,0-1 0,-1 0 0,0-1 1,12-13-1,-23 22-9,-1-1 0,1 1-1,-1 0 1,1-1 0,-1 1 0,1 0 0,-1-1 0,1 1 0,-1-1 0,0 1-1,1-1 1,-1 1 0,0-1 0,1 1 0,-1-1 0,0 1 0,0-1 0,0 0-1,0 1 1,1-1 0,-1 1 0,0-1 0,0 0 0,0 0 0,-12-2 996,-28 9 217,33-5-1339,-18 5 100,-49 18 0,51-16-13,0 0 1,-44 7-1,37-12 2,0 2 0,0 0 0,0 2 0,1 1 0,0 1 0,0 2 0,-29 16 0,7 3-63,29-16-76,-1-1 1,-1 0-1,1-2 0,-2-1 0,-31 9 1,-18-2-369,33-10 497,0 3 0,1 1 0,-62 27 0,70-22 10,-13 6 0,-1-1 0,-56 16 0,5-8-1530,-150 66-1,196-74 1531,-57 16 0,58-22 0,-72 34 0,-104 49-1563,128-58 1563,65-25 0,-1-1 0,-63 16 0,53-20 0,1 2 0,0 2 0,-45 21 0,44-11 112,33-17-87,0-1 0,-1 0 1,0 0-1,-17 5 0,-3-3 515,-1 0 35,-35 15 1,58-20-469,1 1-1,0 1 1,0 0 0,1 0-1,0 0 1,0 1 0,0 1-1,-13 17 1326,30-24-499,24-12-64,-22 8-843,90-26 42,-58 19-816,-1-2 0,-1-2-1,45-22 1,-36 11 181,1 2 0,57-18-1,-67 29 374,203-76-1323,-181 65 899,1 4-1,104-21 1,-90 24 393,62-19 225,108-21 0,-198 47-27,-1-3 0,85-33 0,-105 35-116,21-8-263,-12 4 292,1 1 1,0 2-1,41-6 0,-11 6 147,129-39 0,-134 30-33,57-21 0,-93 32 126,1 0 0,0 2 0,60-8 0,90 4 894,-94 7-436,-34-2 1070,-40 4-1208,-1 1 0,1 1-1,0 0 1,0 0 0,0 1-1,13 1 1,-21 0-363,-1-1 0,1 1 0,0 0 1,-1 0-1,1 0 0,-1 1 0,1-1 1,-1 1-1,0-1 0,0 1 0,1 0 0,-1-1 1,0 1-1,-1 0 0,1 0 0,0 1 0,0-1 1,-1 0-1,0 1 0,1-1 0,-1 1 0,0-1 1,0 1-1,0-1 0,-1 1 0,1 0 0,0-1 1,-1 1-1,0 4 0,1-4-77,-1 0 0,0 0-1,0 0 1,0 0 0,0 1 0,-1-1-1,1 0 1,-1 0 0,0 0 0,0 0 0,0 0-1,0 0 1,0 0 0,-1 0 0,1 0-1,-4 3 1,-2 2-6,0 0-1,0-1 0,-15 12 1,-13 13-13,19-13 13,12-13 0,-1 0 0,1-1 0,-1 0 0,0 0 0,0 0 0,-1 0 0,1-1 0,-1 0 0,0 0 0,0-1 0,-9 5 0,2-5-67,0 1 1,1 1-1,0 0 0,0 1 0,1 0 0,-1 1 0,1 0 1,0 1-1,-14 13 0,15-11 67,-1 0 0,0-1 0,-1 0 0,0-1 0,-18 10 0,-68 23 0,93-39 0,-174 82-1044,21-8 165,-87 9 879,160-57-525,-106 50-1,128-49 154,-2-3-1,-1-2 1,-89 19-1,33-15-787,-190 70-1,251-80 976,-1-2 0,0-3 0,0-3 0,-1-3 0,-80 0 1,93-4-57,1 3 0,-95 24 0,8-1 1124,82-18-968,-51 18 1,65-16 296,0-2 1,-1-2-1,-43 4 1,48-8-200,-68 17 1,77-15 340,0 0 0,-1-2 0,0-1 0,-40 0 0,63-4-209,1 0-1,-1 0 1,1-1-1,0 0 0,-1 0 1,-4-2-1,9 3-102,-1 0-1,1-1 1,-1 1 0,0 0-1,1 0 1,-1-1 0,1 1-1,-1-1 1,1 1 0,-1 0-1,1-1 1,0 1 0,-1-1-1,1 1 1,-1-1 0,1 1-1,0-1 1,-1 0 0,1 1-1,0-1 1,0 1 0,0-1-1,-1 0 1,1 1 0,0-1-1,0 1 1,0-1 0,0 0-1,0 1 1,0-1 0,0 0-1,0 1 1,0-1 0,0 0-1,1 1 1,-1-1 0,0 1-1,0-1 1,1 0 0,-1 1-1,0-1 1,1 1 0,-1-1-1,0 1 1,1-1 0,-1 1-1,1-1 1,-1 1 0,1-1-1,7-7 148,-1 0-1,1 0 1,1 0 0,0 1-1,0 1 1,0-1-1,1 1 1,-1 1-1,14-6 1,18-4-273,45-13 0,-15 6-738,-64 20 787,571-209-4932,-294 124 2762,-12 6-360,-115 25 1246,268-56 1,-354 94 1295,67-27 1,49-13-845,243-70 1158,-43 9 554,-292 92-596,71-25 1579,30-7-1719,-181 55-47,127-42 3234,-137 45-3152,4-1 311,0-1 1,0 0-1,16-18 1920,-25 21-2345,-21-3 970,1 7-482,-1 1 0,1 1-1,0 1 1,0 0 0,0 2 0,-19 11 0,-23 9-647,44-21-345,-7 4 84,0-1 0,0-2 0,-1-1 0,-1 0 0,1-2 0,-32 3 0,42-9 387,-1 1-1,1 1 1,-1 0 0,1 1-1,0 1 1,0 1 0,1 0-1,-1 1 1,1 0 0,1 2-1,-27 16 1,-2 3-336,0-2 0,-2-1 1,-1-3-1,0-1 0,-2-3 0,0-2 0,-94 17 1,142-32 338,-19 3 0,1 0 0,0 0 0,0 2 0,0 0 0,1 1 0,0 1 0,-31 17 0,12-4 0,-1-2 0,-1-1 0,-75 22 0,62-22 0,22-8 0,-127 49 0,121-44 0,-1-2 0,-1-2 0,0-1 0,-53 5 0,27-4 0,32-3 223,0 2 0,1 1 0,0 2 1,-47 25-1,50-23 229,0-1 0,0-1 0,-1-1 0,-1-2 0,-48 10-1,-97 6 1313,167-23-1482,24-1-123,29-4-73,-6-7-69,64-25 0,-13 4-215,57-14-1331,219-63-3001,-192 75 3249,-52 13 687,-80 11 594,69-13 0,208-71 0,-264 73-91,0 3-1,1 2 1,1 2 0,0 3-1,0 2 1,82 1 0,-122 6 90,-1-1 0,0 0 0,0-1 0,0-1 1,18-6-1,78-36-9,-79 30 7,1 2 0,56-15 0,-50 19 456,1 3 0,0 1 0,55-1 0,-71 7 299,0-2-1,50-10 1,-76 12-712,1-1 0,0 1 0,-1 0 0,1 0 0,0 0 1,-1 0-1,1-1 0,0 1 0,-1 0 0,1 0 1,0 0-1,0 0 0,-1 0 0,1 1 0,0-1 0,-1 0 1,1 0-1,0 0 0,-1 1 0,1-1 0,0 0 0,-1 1 1,1-1-1,-1 0 0,1 1 0,-1-1 0,1 1 1,-1-1-1,1 1 0,0 0 30,-1 0 0,0 0 0,0 1 0,0-1 0,0 0 0,0 0 0,0 0 1,0 0-1,0 0 0,0 0 0,-1 0 0,1 0 0,0 0 0,-1 0 0,1 0 0,-1 2 0,-2 1 137,0 1 0,1 0 0,-2 0 0,1-1 0,0 0 0,-8 7 0,-21 11 122,0-1 0,-44 19 0,35-19-846,-42 28-1,62-36 406,0-1 0,-1-2 0,-43 15 0,44-17 91,0 0 0,0 1 1,0 1-1,-32 21 0,48-27 21,-10 9 0,0-2 0,-1 0 0,0-1 0,-1 0 0,0-2 0,-1 0 0,-21 7 0,-9-3 0,20-5 0,0 0 0,0 2 0,1 1 0,-38 20 0,40-16-62,-30 18-855,-1-3 1,-70 27-1,89-42 739,1-1 119,-75 18 0,71-24 59,0 2 0,0 2 0,-65 27 0,51-14-46,-2-2 1,0-2-1,-2-3 1,0-2 0,-70 7-1,95-18 404,1 1-1,0 1 0,-1 2 1,2 1-1,0 1 1,-42 21-1,56-24-259,0-1 0,-32 9 0,36-12 75,0 0 1,0 1-1,1 1 1,0 0-1,-22 12 1,34-16-165,-1-1 0,1 0 0,0 0 0,-1 0 1,1 0-1,0 0 0,-1 0 0,1 0 0,0 1 0,0-1 0,-1 0 1,1 0-1,0 0 0,0 1 0,-1-1 0,1 0 0,0 0 1,0 1-1,-1-1 0,1 0 0,0 1 0,0-1 0,0 0 1,0 0-1,0 1 0,-1-1 0,1 0 0,0 1 0,0-1 0,0 0 1,0 1-1,0-1 0,0 0 0,0 1 0,0-1 0,0 0 1,1 1-1,12 2 311,24-6 5,154-34-1305,-168 33 458,0-1 0,34-13 0,-35 10 399,0 2-1,41-8 1,245-42-3699,-274 49 3817,252-44-1717,-49 10 2819,365-77-2988,-470 82 1856,-10 3-553,-65 22 588,1 2 0,86-1 0,-133 9 245,0 1 1,0-2 0,0 1 0,0-2 0,0 1-1,0-2 1,0 1 0,-1-1 0,29-23 3648,-67 34-2251,-37 17-198,-2 9-1371,35-16-75,-2-1 0,0-2 0,-44 13 0,3-4-664,-129 58 0,87-31 262,93-42 361,1-1 0,-26 4 0,-19 5-1,-22 14-458,-84 42-1,140-59 502,-2-1 0,0-2 0,-45 7 0,46-10 0,12-1 0,-41 17 0,3-1 0,32-13 0,-89 29 0,78-25 340,0-1 0,-1-1-1,0-3 1,-1-1 0,1-2 0,-48-1 0,88-4-331,0 0 0,0 0 0,0 0 0,-1 0 0,1 0 0,0 0 0,0 0-1,0 0 1,0-1 0,0 1 0,0 0 0,0-1 0,0 1 0,0-1 0,0 1 0,0-1 0,0 1 0,0-1 0,-2-1 0,3 2 7,0-1-1,0 0 1,0 1 0,0-1-1,0 0 1,-1 1 0,1-1 0,1 0-1,-1 1 1,0-1 0,0 1 0,0-1-1,0 0 1,0 1 0,1-1 0,-1 0-1,0 1 1,0-1 0,1 1-1,-1-1 1,0 1 0,1-1 0,-1 1-1,1-1 1,3-4 66,0 1 0,0 0-1,0 0 1,1 1 0,-1-1 0,8-3-1,109-52-42,43-25-242,-135 68-259,53-21 0,-52 25 498,51-28 0,-53 24-1232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3:31:15.3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3:31:16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3:31:17.3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3:31:21.8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3:31:25.4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3:31:25.9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56924A-8F37-4460-BAB6-237DC630CB0E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B3ADD-0D40-405D-AFA3-2F3B7A64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74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3ADD-0D40-405D-AFA3-2F3B7A64B53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474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3ADD-0D40-405D-AFA3-2F3B7A64B53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834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3ADD-0D40-405D-AFA3-2F3B7A64B53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796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3ADD-0D40-405D-AFA3-2F3B7A64B53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756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E4876-D681-3FE1-5DE0-CA61F6FAB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73C5ED-5070-F2DA-967F-F9EB22E20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9ADBD-0BE6-904B-6363-27C9F267C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070556-58B9-FB41-BE82-68CF749F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749AEF-F196-2934-CA28-DCEEB29C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694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70498-173D-2D48-21D2-B78615BD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783C1-C5A8-83A0-B979-56C08B801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9C09DB-5FEA-46FC-3545-C3128EFA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E42B58-139F-5B4E-B641-FF87A0CB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CC0A-9703-670C-4045-29FD87FB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39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DF396-70E8-C4DD-9210-033D7870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0DC5AE-7006-B2EE-DBFE-E0D9D080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657246-F6DA-2A33-55A0-D247E22BE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10D895-A1A4-FA08-3CFE-6678DF6E7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9EB1D3-57CB-18A8-4910-6323056B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7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4F103-D581-B846-C506-30F0D40E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01820A-8D42-E8E9-510B-63C2CB831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9340D1-778A-0DAD-1E4D-0D0C41C35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F01F0C-C74F-75B7-E89E-3F6217EF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0E4352-33E6-CC73-CA3F-4D047B16D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5DC37A-C5EB-8DAF-CB2A-853752072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619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24740-1355-726B-849C-8072E68E2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5B2B78-C3B6-AB28-E020-110B5C687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937B07-42CB-3AE4-65B8-769D40E0B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91474B-CBD7-8AA0-67EE-B6CB0C351A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70955B-846F-1309-0FD6-FAEC9BF05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D288AD-16EA-F80A-FF2A-E3A02728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930CB2-E195-7123-15DE-007FD6B68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4350D3D-335A-3218-9480-333A49E5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643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9C0F92-CF82-D013-BBC2-7A5C8742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002E1D-A8B7-132F-A0BD-595442EB8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55973A-1FF8-BE5E-FDDC-6C64D886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27E27E-4866-3372-FDA5-52FD2825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803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0E501D-13A4-E54B-F0C2-390F3FCE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D85C7A-FD15-AE91-8FD3-6A0CC474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87AF1A-4A46-98A0-3B5E-7965D859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74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730A4-8F4F-8553-4967-09C8A5AEF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580FB6-FFDE-3879-BF79-960CD9DE0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5DB356-E412-295B-3897-023B9BD5D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18DD97-F6FC-AEB3-988B-B7F9875D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A678D5-2BC4-F04A-E225-35EC4EAB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DDBD9C-DFF0-40CF-C26F-964FC6BD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218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D331C-0BF9-7FFC-EF92-D1021D9E2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F3DC5D-C1DF-8D4A-08F0-FF571C506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D3B618-4275-E4D1-3294-6A581B98D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5C2A4A-F2DB-5081-48C2-2A1179CB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A2EA81-0FA5-6946-1C90-F4F6883A3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19C01C-A0DC-1C76-71C4-9793B0C1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42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44FAB-A760-FE53-6638-56957EFB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DC6566-8A7D-A585-29BA-A385A7D65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3B4129-8FA8-AB6C-8F66-C1BC8042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A17897-E6C9-1AEC-4875-627D8208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F76BD4-4266-8DD6-5319-DFE1CCC7F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49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D4A1D2-E932-ABFA-7FD7-10CCE702F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B61997-B977-0301-2A33-475D960C9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66505-DA0E-3D5B-01C7-FB62A688E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BD8F4E-A9B2-4634-D76D-38A06A9BE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105B71-362B-3B5A-6216-2B69A175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45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BB3DF4-7E3E-2BCF-0482-5D9A70A0D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739AE8-0E6A-C8D3-5ABC-0774CC725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057A5A-483C-ADFC-20CC-B738500E3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E02D1-D053-4A10-9B4A-4CB5AE2736E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840B80-8F45-2E3A-BF51-F1EDEA002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D15297-F62D-26CD-7E91-CDB427825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249BC-6F4A-4F31-8C3B-FE326AE26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42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eb.stanford.edu/class/cs109/lectures/18-InformationTheory/18-InformationTheory.pdf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eb.stanford.edu/class/cs109/lectures/18-InformationTheory/18-InformationTheory.pdf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eb.stanford.edu/class/cs109/lectures/18-InformationTheory/18-InformationTheory.pdf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10.png"/><Relationship Id="rId10" Type="http://schemas.openxmlformats.org/officeDocument/2006/relationships/hyperlink" Target="https://web.stanford.edu/class/cs109/lectures/19-KL/19-KL.pdf" TargetMode="External"/><Relationship Id="rId4" Type="http://schemas.openxmlformats.org/officeDocument/2006/relationships/customXml" Target="../ink/ink1.xml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6.png"/><Relationship Id="rId7" Type="http://schemas.openxmlformats.org/officeDocument/2006/relationships/customXml" Target="../ink/ink6.xml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7.png"/><Relationship Id="rId5" Type="http://schemas.openxmlformats.org/officeDocument/2006/relationships/image" Target="../media/image180.png"/><Relationship Id="rId10" Type="http://schemas.openxmlformats.org/officeDocument/2006/relationships/customXml" Target="../ink/ink9.xml"/><Relationship Id="rId4" Type="http://schemas.openxmlformats.org/officeDocument/2006/relationships/customXml" Target="../ink/ink4.xml"/><Relationship Id="rId9" Type="http://schemas.openxmlformats.org/officeDocument/2006/relationships/customXml" Target="../ink/ink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7D6EB-9639-FDB5-F114-BC7AD77ED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833" y="1499434"/>
            <a:ext cx="10410334" cy="2387600"/>
          </a:xfrm>
        </p:spPr>
        <p:txBody>
          <a:bodyPr>
            <a:noAutofit/>
          </a:bodyPr>
          <a:lstStyle/>
          <a:p>
            <a:r>
              <a:rPr lang="zh-CN" altLang="en-US" sz="12000" b="1" dirty="0"/>
              <a:t>香农熵 </a:t>
            </a:r>
            <a:r>
              <a:rPr lang="en-US" altLang="zh-CN" sz="12000" b="1" dirty="0"/>
              <a:t>KL</a:t>
            </a:r>
            <a:r>
              <a:rPr lang="zh-CN" altLang="en-US" sz="12000" b="1" dirty="0"/>
              <a:t>散度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F0AA24-A2DB-F650-039D-72FE69F69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3061"/>
            <a:ext cx="9144000" cy="1655762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344FA1-4FAF-7A16-66B8-2D6C446F2C64}"/>
              </a:ext>
            </a:extLst>
          </p:cNvPr>
          <p:cNvSpPr txBox="1"/>
          <p:nvPr/>
        </p:nvSpPr>
        <p:spPr>
          <a:xfrm>
            <a:off x="6582268" y="1712831"/>
            <a:ext cx="3928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Kullback-Leibler Divergence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CFA8F5-2E30-275A-B00B-F6FF20B99C85}"/>
              </a:ext>
            </a:extLst>
          </p:cNvPr>
          <p:cNvSpPr txBox="1"/>
          <p:nvPr/>
        </p:nvSpPr>
        <p:spPr>
          <a:xfrm>
            <a:off x="2260861" y="1712831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Shannon's Entropy</a:t>
            </a:r>
            <a:endParaRPr lang="zh-CN" altLang="en-US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1459C2E-CC08-FC01-1F2C-73ECE04EC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182" y="4977353"/>
            <a:ext cx="1305635" cy="113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38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C6C29-D704-8422-898D-D2250A90D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20EE92-B9D8-1592-54D0-ED86BD660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9663BC-08D9-C521-600E-0EBA27AC1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831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48A56-7099-0B05-761D-417BC746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664ADD-AA87-6750-AD73-F76E4557A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什么是信息</a:t>
            </a:r>
            <a:endParaRPr lang="en-US" altLang="zh-CN" dirty="0"/>
          </a:p>
          <a:p>
            <a:r>
              <a:rPr lang="zh-CN" altLang="en-US" dirty="0"/>
              <a:t>如何度量信息</a:t>
            </a:r>
            <a:endParaRPr lang="en-US" altLang="zh-CN" dirty="0"/>
          </a:p>
          <a:p>
            <a:r>
              <a:rPr lang="zh-CN" altLang="en-US" dirty="0"/>
              <a:t>惊喜度与香农熵</a:t>
            </a:r>
            <a:endParaRPr lang="en-US" altLang="zh-CN" dirty="0"/>
          </a:p>
          <a:p>
            <a:r>
              <a:rPr lang="zh-CN" altLang="en-US" dirty="0"/>
              <a:t>香农熵的代码</a:t>
            </a:r>
            <a:endParaRPr lang="en-US" altLang="zh-CN" dirty="0"/>
          </a:p>
          <a:p>
            <a:r>
              <a:rPr lang="zh-CN" altLang="en-US" dirty="0"/>
              <a:t>如何度量两个变量之间的差异</a:t>
            </a:r>
            <a:endParaRPr lang="en-US" altLang="zh-CN" dirty="0"/>
          </a:p>
          <a:p>
            <a:r>
              <a:rPr lang="en-US" altLang="zh-CN" dirty="0"/>
              <a:t>KL</a:t>
            </a:r>
            <a:r>
              <a:rPr lang="zh-CN" altLang="en-US" dirty="0"/>
              <a:t>散度（相对熵）</a:t>
            </a:r>
            <a:endParaRPr lang="en-US" altLang="zh-CN" dirty="0"/>
          </a:p>
          <a:p>
            <a:r>
              <a:rPr lang="en-US" altLang="zh-CN" dirty="0"/>
              <a:t>KL</a:t>
            </a:r>
            <a:r>
              <a:rPr lang="zh-CN" altLang="en-US" dirty="0"/>
              <a:t>散度的代码实战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4338D5-0740-1B2B-AC7C-414EB5C1582A}"/>
              </a:ext>
            </a:extLst>
          </p:cNvPr>
          <p:cNvSpPr txBox="1"/>
          <p:nvPr/>
        </p:nvSpPr>
        <p:spPr>
          <a:xfrm>
            <a:off x="9360815" y="145657"/>
            <a:ext cx="31674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感谢粉丝大佬</a:t>
            </a:r>
            <a:endParaRPr lang="en-US" altLang="zh-CN" sz="2800" dirty="0"/>
          </a:p>
          <a:p>
            <a:r>
              <a:rPr lang="en-US" altLang="zh-CN" sz="2800" dirty="0"/>
              <a:t>_</a:t>
            </a:r>
            <a:r>
              <a:rPr lang="zh-CN" altLang="en-US" sz="2800" dirty="0"/>
              <a:t>秋山凌</a:t>
            </a:r>
            <a:r>
              <a:rPr lang="en-US" altLang="zh-CN" sz="2800" dirty="0"/>
              <a:t>_</a:t>
            </a:r>
          </a:p>
          <a:p>
            <a:r>
              <a:rPr lang="zh-CN" altLang="en-US" sz="2800" dirty="0"/>
              <a:t>的充电支持</a:t>
            </a:r>
          </a:p>
        </p:txBody>
      </p:sp>
    </p:spTree>
    <p:extLst>
      <p:ext uri="{BB962C8B-B14F-4D97-AF65-F5344CB8AC3E}">
        <p14:creationId xmlns:p14="http://schemas.microsoft.com/office/powerpoint/2010/main" val="147206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76D38E-5E3D-01C4-1198-266915AD7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645161-691B-2DB4-0A98-7F3AB40CC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674"/>
            <a:ext cx="11237536" cy="5169064"/>
          </a:xfrm>
        </p:spPr>
        <p:txBody>
          <a:bodyPr/>
          <a:lstStyle/>
          <a:p>
            <a:r>
              <a:rPr lang="zh-CN" altLang="en-US" dirty="0"/>
              <a:t>变量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变化的量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有不同取值（不同事件）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在不同时间根据某种</a:t>
            </a:r>
            <a:r>
              <a:rPr lang="zh-CN" altLang="en-US" b="1" dirty="0"/>
              <a:t>过程</a:t>
            </a:r>
            <a:r>
              <a:rPr lang="zh-CN" altLang="en-US" dirty="0"/>
              <a:t>取多个特定值中的一个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每个取值（事件）有其概率</a:t>
            </a:r>
            <a:endParaRPr lang="en-US" altLang="zh-CN" dirty="0"/>
          </a:p>
          <a:p>
            <a:r>
              <a:rPr lang="zh-CN" altLang="en-US" dirty="0"/>
              <a:t>变量是信息的容器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开关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骰子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温度计</a:t>
            </a:r>
            <a:endParaRPr lang="en-US" altLang="zh-CN" dirty="0"/>
          </a:p>
          <a:p>
            <a:r>
              <a:rPr lang="zh-CN" altLang="en-US" dirty="0"/>
              <a:t>一个变量可以看作一个存储单元 用来存储信息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51D9D8-37AF-BBAE-0E62-F7DC78DD0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639" y="4581951"/>
            <a:ext cx="14287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2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7B76B-4046-5C06-9A0D-26E44C09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举个例子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2024A-7865-318B-6E1B-6346F6762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6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图灵机</a:t>
            </a:r>
            <a:r>
              <a:rPr lang="en-US" altLang="zh-CN" dirty="0"/>
              <a:t>	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想象一个双向无限长的一维磁带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被划分为一个个大小相等的小方格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每个小方格可以存放一个符号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每个小方格就构成了一个用来存储信息的存储单元</a:t>
            </a:r>
            <a:endParaRPr lang="en-US" altLang="zh-CN" dirty="0"/>
          </a:p>
          <a:p>
            <a:r>
              <a:rPr lang="zh-CN" altLang="en-US" dirty="0"/>
              <a:t>现代计算机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数据的最小存储单位是一个比特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这个变量取值为</a:t>
            </a:r>
            <a:r>
              <a:rPr lang="en-US" altLang="zh-CN" dirty="0"/>
              <a:t>0</a:t>
            </a:r>
            <a:r>
              <a:rPr lang="zh-CN" altLang="en-US" dirty="0"/>
              <a:t>或</a:t>
            </a:r>
            <a:r>
              <a:rPr lang="en-US" altLang="zh-CN" dirty="0"/>
              <a:t>1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每个比特的信息就蕴含在它的取值里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多个比特组合在一起可以表示更复杂的信息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250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AEB13-555B-FD73-8077-00D9DF4A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我们该如何度量信息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F07F8-27C3-541E-3675-A5AB09293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2820"/>
          </a:xfrm>
        </p:spPr>
        <p:txBody>
          <a:bodyPr>
            <a:normAutofit/>
          </a:bodyPr>
          <a:lstStyle/>
          <a:p>
            <a:r>
              <a:rPr lang="zh-CN" altLang="en-US" dirty="0"/>
              <a:t>文章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如果文章里的内容毫无新意</a:t>
            </a:r>
            <a:r>
              <a:rPr lang="en-US" altLang="zh-CN" dirty="0"/>
              <a:t>   </a:t>
            </a:r>
            <a:r>
              <a:rPr lang="zh-CN" altLang="en-US" dirty="0"/>
              <a:t>信息量小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如果文章爆出惊天大猛料</a:t>
            </a:r>
            <a:r>
              <a:rPr lang="en-US" altLang="zh-CN" dirty="0"/>
              <a:t>   </a:t>
            </a:r>
            <a:r>
              <a:rPr lang="zh-CN" altLang="en-US" dirty="0"/>
              <a:t>信息量大</a:t>
            </a:r>
            <a:endParaRPr lang="en-US" altLang="zh-CN" dirty="0"/>
          </a:p>
          <a:p>
            <a:r>
              <a:rPr lang="zh-CN" altLang="en-US" dirty="0"/>
              <a:t>抽奖</a:t>
            </a:r>
            <a:r>
              <a:rPr lang="en-US" altLang="zh-CN" dirty="0"/>
              <a:t>   </a:t>
            </a:r>
            <a:r>
              <a:rPr lang="zh-CN" altLang="en-US" dirty="0"/>
              <a:t>一等奖 二等奖 三等奖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奖池里只有一等奖</a:t>
            </a:r>
            <a:r>
              <a:rPr lang="en-US" altLang="zh-CN" dirty="0"/>
              <a:t>   </a:t>
            </a:r>
            <a:r>
              <a:rPr lang="zh-CN" altLang="en-US" dirty="0"/>
              <a:t>毫无惊喜 信息量为</a:t>
            </a:r>
            <a:r>
              <a:rPr lang="en-US" altLang="zh-CN" dirty="0"/>
              <a:t>0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一等奖概率</a:t>
            </a:r>
            <a:r>
              <a:rPr lang="en-US" altLang="zh-CN" dirty="0"/>
              <a:t>0.1 </a:t>
            </a:r>
            <a:r>
              <a:rPr lang="zh-CN" altLang="en-US" dirty="0"/>
              <a:t>二</a:t>
            </a:r>
            <a:r>
              <a:rPr lang="en-US" altLang="zh-CN" dirty="0"/>
              <a:t>0.2 </a:t>
            </a:r>
            <a:r>
              <a:rPr lang="zh-CN" altLang="en-US" dirty="0"/>
              <a:t>三</a:t>
            </a:r>
            <a:r>
              <a:rPr lang="en-US" altLang="zh-CN" dirty="0"/>
              <a:t>0.7   </a:t>
            </a:r>
            <a:r>
              <a:rPr lang="zh-CN" altLang="en-US" dirty="0"/>
              <a:t>中等惊喜 信息量中等</a:t>
            </a:r>
            <a:r>
              <a:rPr lang="en-US" altLang="zh-CN" dirty="0"/>
              <a:t>	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奖池里一二三等奖概率相同   很难猜中 信息量大</a:t>
            </a:r>
            <a:endParaRPr lang="en-US" altLang="zh-CN" dirty="0"/>
          </a:p>
          <a:p>
            <a:r>
              <a:rPr lang="zh-CN" altLang="en-US" dirty="0"/>
              <a:t>信息</a:t>
            </a:r>
            <a:r>
              <a:rPr lang="en-US" altLang="zh-CN" dirty="0"/>
              <a:t>=</a:t>
            </a:r>
            <a:r>
              <a:rPr lang="zh-CN" altLang="en-US" dirty="0"/>
              <a:t>惊喜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信息量取决于惊喜度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971107-0ED8-4BFC-FFD3-D5E68EA39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571" y="876424"/>
            <a:ext cx="3539820" cy="16285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5EAEEC3-7EAB-5190-8663-68B6D8D99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571" y="2614736"/>
            <a:ext cx="3689429" cy="162852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BC8CEFC-D7A9-D738-937D-8FF63AF5A6A1}"/>
              </a:ext>
            </a:extLst>
          </p:cNvPr>
          <p:cNvSpPr txBox="1"/>
          <p:nvPr/>
        </p:nvSpPr>
        <p:spPr>
          <a:xfrm>
            <a:off x="7063034" y="612211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5"/>
              </a:rPr>
              <a:t>https://web.stanford.edu/class/cs109/lectures/18-InformationTheory/18-InformationTheory.pdf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334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EB0830-DCD9-2C59-8DF8-4439E8327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我们该如何度量惊喜度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2C1A4-7770-2537-65F4-C58F78862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zh-CN" altLang="en-US" dirty="0"/>
              <a:t>对单个事件而言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发生概率越低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惊喜度越高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98A51B5-A697-6AA9-BE8C-16165E23D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470" y="927363"/>
            <a:ext cx="2834984" cy="2501637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68DA6FB-2095-66DA-C9D0-F9BA8660233D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501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如何量化地定义</a:t>
            </a:r>
            <a:r>
              <a:rPr lang="zh-CN" altLang="en-US" b="1" dirty="0"/>
              <a:t>惊喜度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02B7A0-7846-D47F-DF67-51C06D567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63" y="4091233"/>
            <a:ext cx="2191843" cy="20550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6A6A8F1-B7B3-375F-97CC-43941936F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452" y="4091233"/>
            <a:ext cx="2308357" cy="207601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550F6AE-BB42-5E1A-2DE4-86E204045097}"/>
              </a:ext>
            </a:extLst>
          </p:cNvPr>
          <p:cNvSpPr txBox="1"/>
          <p:nvPr/>
        </p:nvSpPr>
        <p:spPr>
          <a:xfrm>
            <a:off x="7107809" y="6167246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5"/>
              </a:rPr>
              <a:t>https://web.stanford.edu/class/cs109/lectures/18-InformationTheory/18-InformationTheory.pdf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2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B538E5-2923-B007-4795-2C0A44DC3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单个事件的惊喜度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369A27-329F-4E11-CF17-4E1DEAF353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26194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事件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的惊喜度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为什么选对数？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/>
                  <a:t>可加性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/>
                  <a:t>两个独立事件的联合惊喜度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各自惊喜度之和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概率每减半，惊喜度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+1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369A27-329F-4E11-CF17-4E1DEAF35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261941"/>
              </a:xfrm>
              <a:blipFill>
                <a:blip r:embed="rId3"/>
                <a:stretch>
                  <a:fillRect l="-1043" b="-4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863A0A4-91C3-8D16-B423-773EF3251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238" y="99997"/>
            <a:ext cx="4327493" cy="39211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169E95A-E0F9-120C-15A4-2B7F92260ECA}"/>
              </a:ext>
            </a:extLst>
          </p:cNvPr>
          <p:cNvSpPr txBox="1"/>
          <p:nvPr/>
        </p:nvSpPr>
        <p:spPr>
          <a:xfrm>
            <a:off x="7147875" y="6211669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5"/>
              </a:rPr>
              <a:t>https://web.stanford.edu/class/cs109/lectures/18-InformationTheory/18-InformationTheory.pdf</a:t>
            </a:r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EC4615D-E568-B77F-1DE0-0A1408460AC1}"/>
              </a:ext>
            </a:extLst>
          </p:cNvPr>
          <p:cNvSpPr txBox="1">
            <a:spLocks/>
          </p:cNvSpPr>
          <p:nvPr/>
        </p:nvSpPr>
        <p:spPr>
          <a:xfrm>
            <a:off x="838200" y="5145279"/>
            <a:ext cx="10515600" cy="1066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惊喜度即自信息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self-information</a:t>
            </a:r>
          </a:p>
        </p:txBody>
      </p:sp>
    </p:spTree>
    <p:extLst>
      <p:ext uri="{BB962C8B-B14F-4D97-AF65-F5344CB8AC3E}">
        <p14:creationId xmlns:p14="http://schemas.microsoft.com/office/powerpoint/2010/main" val="387783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09A7F-8C48-8248-F855-48B3C917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平均惊喜度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5D8643-9763-2F0A-4941-0BB1391C5C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4285"/>
                <a:ext cx="10515600" cy="543301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我们知道了单个事件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的惊喜度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随机变量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的平均惊喜度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观测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时得到的期望惊喜度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	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“</a:t>
                </a:r>
                <a:r>
                  <a:rPr lang="en-US" altLang="zh-CN" sz="2000" dirty="0"/>
                  <a:t>H(X) Is called Shannon Entropy to scare students and impress Physics people”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dirty="0"/>
                  <a:t>就是</a:t>
                </a:r>
                <a:r>
                  <a:rPr lang="zh-CN" altLang="en-US" b="1" dirty="0"/>
                  <a:t>香农熵 </a:t>
                </a:r>
                <a:r>
                  <a:rPr lang="en-US" altLang="zh-CN" b="1" dirty="0"/>
                  <a:t>Shannon Entropy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香农熵直接度量了变量里信息量的大小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香农熵代表存储一个变量的信息所需的比特数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5D8643-9763-2F0A-4941-0BB1391C5C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4285"/>
                <a:ext cx="10515600" cy="5433014"/>
              </a:xfrm>
              <a:blipFill>
                <a:blip r:embed="rId2"/>
                <a:stretch>
                  <a:fillRect l="-1043" t="-2020" b="-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263B1A02-ACE1-7011-A5F7-296DA400C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488" y="1690688"/>
            <a:ext cx="1538287" cy="153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47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99733C9-1F2A-4AD1-5456-B086B4A958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99733C9-1F2A-4AD1-5456-B086B4A958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0D7E77FD-0B2B-37AC-EC67-415A5F080A65}"/>
              </a:ext>
            </a:extLst>
          </p:cNvPr>
          <p:cNvSpPr txBox="1"/>
          <p:nvPr/>
        </p:nvSpPr>
        <p:spPr>
          <a:xfrm>
            <a:off x="838200" y="1953459"/>
            <a:ext cx="9347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 latinLnBrk="0">
              <a:buNone/>
            </a:pPr>
            <a:r>
              <a:rPr lang="en-US" altLang="zh-CN" sz="2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2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calc_uncertainty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(pmf):</a:t>
            </a:r>
          </a:p>
          <a:p>
            <a:pPr algn="l" rtl="0" fontAlgn="base" latinLnBrk="0">
              <a:buNone/>
            </a:pP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uncertainty </a:t>
            </a:r>
            <a:r>
              <a:rPr lang="en-US" altLang="zh-CN" sz="2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28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0</a:t>
            </a:r>
            <a:endParaRPr lang="en-US" altLang="zh-CN" sz="28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2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x </a:t>
            </a:r>
            <a:r>
              <a:rPr lang="en-US" altLang="zh-CN" sz="2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pmf:</a:t>
            </a:r>
          </a:p>
          <a:p>
            <a:pPr algn="l" rtl="0" fontAlgn="base" latinLnBrk="0">
              <a:buNone/>
            </a:pP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p_x </a:t>
            </a:r>
            <a:r>
              <a:rPr lang="en-US" altLang="zh-CN" sz="2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pmf[x]</a:t>
            </a:r>
          </a:p>
          <a:p>
            <a:pPr algn="l" rtl="0" fontAlgn="base" latinLnBrk="0">
              <a:buNone/>
            </a:pP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2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p_x </a:t>
            </a:r>
            <a:r>
              <a:rPr lang="en-US" altLang="zh-CN" sz="2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==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28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algn="l" rtl="0" fontAlgn="base" latinLnBrk="0">
              <a:buNone/>
            </a:pP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    </a:t>
            </a:r>
            <a:r>
              <a:rPr lang="en-US" altLang="zh-CN" sz="2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continue</a:t>
            </a:r>
            <a:endParaRPr lang="en-US" altLang="zh-CN" sz="28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algn="l" rtl="0" fontAlgn="base" latinLnBrk="0">
              <a:buNone/>
            </a:pP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surprise_x </a:t>
            </a:r>
            <a:r>
              <a:rPr lang="en-US" altLang="zh-CN" sz="2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np.log2(</a:t>
            </a:r>
            <a:r>
              <a:rPr lang="en-US" altLang="zh-CN" sz="28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sz="2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/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p_x)</a:t>
            </a:r>
          </a:p>
          <a:p>
            <a:pPr algn="l" rtl="0" fontAlgn="base" latinLnBrk="0">
              <a:buNone/>
            </a:pP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    uncertainty </a:t>
            </a:r>
            <a:r>
              <a:rPr lang="en-US" altLang="zh-CN" sz="2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+=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surprise_x </a:t>
            </a:r>
            <a:r>
              <a:rPr lang="en-US" altLang="zh-CN" sz="28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p_x</a:t>
            </a:r>
          </a:p>
          <a:p>
            <a:pPr algn="l" rtl="0" fontAlgn="base" latinLnBrk="0">
              <a:buNone/>
            </a:pP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28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return</a:t>
            </a:r>
            <a:r>
              <a:rPr lang="en-US" altLang="zh-CN" sz="28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uncertainty</a:t>
            </a:r>
          </a:p>
        </p:txBody>
      </p:sp>
    </p:spTree>
    <p:extLst>
      <p:ext uri="{BB962C8B-B14F-4D97-AF65-F5344CB8AC3E}">
        <p14:creationId xmlns:p14="http://schemas.microsoft.com/office/powerpoint/2010/main" val="3517373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4503CF-E620-B730-2FD0-0CDC4718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我们该如何度量两个变量之间的差异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506648-D9C5-A54F-BF0E-BE697D69A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36" y="1290007"/>
            <a:ext cx="7292128" cy="53888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96816207-C254-6075-975B-3D1EF5BA2596}"/>
                  </a:ext>
                </a:extLst>
              </p14:cNvPr>
              <p14:cNvContentPartPr/>
              <p14:nvPr/>
            </p14:nvContentPartPr>
            <p14:xfrm>
              <a:off x="4400518" y="1488025"/>
              <a:ext cx="2719080" cy="72540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96816207-C254-6075-975B-3D1EF5BA25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37878" y="1425385"/>
                <a:ext cx="2844720" cy="85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16BEBAFD-A600-62AE-1A31-49D875090F9C}"/>
                  </a:ext>
                </a:extLst>
              </p14:cNvPr>
              <p14:cNvContentPartPr/>
              <p14:nvPr/>
            </p14:nvContentPartPr>
            <p14:xfrm>
              <a:off x="6589318" y="3184705"/>
              <a:ext cx="659520" cy="86508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16BEBAFD-A600-62AE-1A31-49D875090F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26678" y="3122065"/>
                <a:ext cx="785160" cy="9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84BAFB13-F536-9868-12F1-EFD973B0F794}"/>
                  </a:ext>
                </a:extLst>
              </p14:cNvPr>
              <p14:cNvContentPartPr/>
              <p14:nvPr/>
            </p14:nvContentPartPr>
            <p14:xfrm>
              <a:off x="6628918" y="3543625"/>
              <a:ext cx="2350440" cy="70884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84BAFB13-F536-9868-12F1-EFD973B0F79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65918" y="3480625"/>
                <a:ext cx="2476080" cy="83448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A7216EA7-4A35-7A09-2980-8720BB6C1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318" y="1888706"/>
            <a:ext cx="5381111" cy="4351338"/>
          </a:xfrm>
        </p:spPr>
        <p:txBody>
          <a:bodyPr/>
          <a:lstStyle/>
          <a:p>
            <a:r>
              <a:rPr lang="en-US" altLang="zh-CN" dirty="0"/>
              <a:t>KL</a:t>
            </a:r>
            <a:r>
              <a:rPr lang="zh-CN" altLang="en-US" dirty="0"/>
              <a:t>散度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Kullback Leibler Divergence</a:t>
            </a:r>
          </a:p>
          <a:p>
            <a:r>
              <a:rPr lang="en-US" altLang="zh-CN" dirty="0"/>
              <a:t>TV</a:t>
            </a:r>
            <a:r>
              <a:rPr lang="zh-CN" altLang="en-US" dirty="0"/>
              <a:t>散度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Total Variation Distance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B307D1-F395-6B99-3D1B-55AC949BD278}"/>
              </a:ext>
            </a:extLst>
          </p:cNvPr>
          <p:cNvSpPr txBox="1"/>
          <p:nvPr/>
        </p:nvSpPr>
        <p:spPr>
          <a:xfrm>
            <a:off x="8808163" y="6114896"/>
            <a:ext cx="33279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10"/>
              </a:rPr>
              <a:t>https://web.stanford.edu/class/cs109/lectures/19-KL/19-KL.pdf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866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8441E-15E3-66F0-A4BE-66426C91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TV</a:t>
            </a:r>
            <a:r>
              <a:rPr lang="zh-CN" altLang="en-US" dirty="0"/>
              <a:t>散度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F4941B-AC1B-2909-B545-BBB27A72A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75815"/>
          </a:xfrm>
        </p:spPr>
        <p:txBody>
          <a:bodyPr/>
          <a:lstStyle/>
          <a:p>
            <a:r>
              <a:rPr lang="zh-CN" altLang="en-US" dirty="0"/>
              <a:t>对两个变量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遍历所有可能的取值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计算绝对差值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再将这些绝对差值求和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FFEA97-89A1-28E6-7FEA-61DC5ACAA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793" y="3906520"/>
            <a:ext cx="5685327" cy="3962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20EAAAB-C06E-B00B-091F-D69FF7FB7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1537" y="4104640"/>
            <a:ext cx="2066925" cy="221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2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165A1-33F8-C9B5-007E-8EA36A4D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KL</a:t>
            </a:r>
            <a:r>
              <a:rPr lang="zh-CN" altLang="en-US" dirty="0"/>
              <a:t>散度就是期望额外惊喜度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A2FEF9-8156-57EF-FA0C-A0482EBE1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1992347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当真实分布是</a:t>
            </a:r>
            <a:r>
              <a:rPr lang="en-US" altLang="zh-CN" dirty="0"/>
              <a:t>X</a:t>
            </a:r>
            <a:r>
              <a:rPr lang="zh-CN" altLang="en-US" dirty="0"/>
              <a:t>时，用</a:t>
            </a:r>
            <a:r>
              <a:rPr lang="en-US" altLang="zh-CN" dirty="0"/>
              <a:t>Y</a:t>
            </a:r>
            <a:r>
              <a:rPr lang="zh-CN" altLang="en-US" dirty="0"/>
              <a:t>作为模型来近似</a:t>
            </a:r>
            <a:r>
              <a:rPr lang="en-US" altLang="zh-CN" dirty="0"/>
              <a:t>X</a:t>
            </a:r>
            <a:r>
              <a:rPr lang="zh-CN" altLang="en-US" dirty="0"/>
              <a:t>所带来的期望额外惊喜度</a:t>
            </a:r>
            <a:endParaRPr lang="en-US" altLang="zh-CN" dirty="0"/>
          </a:p>
          <a:p>
            <a:r>
              <a:rPr lang="zh-CN" altLang="en-US" dirty="0"/>
              <a:t>期望额外惊喜度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对于事件</a:t>
            </a:r>
            <a:r>
              <a:rPr lang="en-US" altLang="zh-CN" dirty="0"/>
              <a:t>x</a:t>
            </a:r>
            <a:r>
              <a:rPr lang="zh-CN" altLang="en-US" dirty="0"/>
              <a:t>，在分布</a:t>
            </a:r>
            <a:r>
              <a:rPr lang="en-US" altLang="zh-CN" dirty="0"/>
              <a:t>Y</a:t>
            </a:r>
            <a:r>
              <a:rPr lang="zh-CN" altLang="en-US" dirty="0"/>
              <a:t>下的期望惊喜度减去在分布</a:t>
            </a:r>
            <a:r>
              <a:rPr lang="en-US" altLang="zh-CN" dirty="0"/>
              <a:t>X</a:t>
            </a:r>
            <a:r>
              <a:rPr lang="zh-CN" altLang="en-US" dirty="0"/>
              <a:t>下的期望惊喜度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KL </a:t>
            </a:r>
            <a:r>
              <a:rPr lang="zh-CN" altLang="en-US" dirty="0"/>
              <a:t>散度是额外惊喜度关于分布</a:t>
            </a:r>
            <a:r>
              <a:rPr lang="en-US" altLang="zh-CN" dirty="0"/>
              <a:t>X</a:t>
            </a:r>
            <a:r>
              <a:rPr lang="zh-CN" altLang="en-US" dirty="0"/>
              <a:t>取期望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0CAF6C-C95F-EDE6-5D1B-947CD747C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3881120"/>
            <a:ext cx="4937760" cy="8318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794025B-C6E0-4842-A67E-FAB61B8ABC0F}"/>
                  </a:ext>
                </a:extLst>
              </p14:cNvPr>
              <p14:cNvContentPartPr/>
              <p14:nvPr/>
            </p14:nvContentPartPr>
            <p14:xfrm>
              <a:off x="6491800" y="3961760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794025B-C6E0-4842-A67E-FAB61B8ABC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28800" y="3899120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15C49049-743B-54B5-82BD-045E021679EF}"/>
              </a:ext>
            </a:extLst>
          </p:cNvPr>
          <p:cNvGrpSpPr/>
          <p:nvPr/>
        </p:nvGrpSpPr>
        <p:grpSpPr>
          <a:xfrm>
            <a:off x="6461560" y="4744400"/>
            <a:ext cx="30600" cy="360"/>
            <a:chOff x="6461560" y="4744400"/>
            <a:chExt cx="3060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7E6F56B-CE93-88B5-D176-633B82A062B5}"/>
                    </a:ext>
                  </a:extLst>
                </p14:cNvPr>
                <p14:cNvContentPartPr/>
                <p14:nvPr/>
              </p14:nvContentPartPr>
              <p14:xfrm>
                <a:off x="6461560" y="4744400"/>
                <a:ext cx="360" cy="36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7E6F56B-CE93-88B5-D176-633B82A062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98560" y="46814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FCA1CA2E-092D-0DE5-12A2-DFAD6B27E58C}"/>
                    </a:ext>
                  </a:extLst>
                </p14:cNvPr>
                <p14:cNvContentPartPr/>
                <p14:nvPr/>
              </p14:nvContentPartPr>
              <p14:xfrm>
                <a:off x="6491800" y="4744400"/>
                <a:ext cx="360" cy="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FCA1CA2E-092D-0DE5-12A2-DFAD6B27E5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28800" y="46814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79EA959E-8459-D8E4-EEA3-494E68B70101}"/>
                  </a:ext>
                </a:extLst>
              </p14:cNvPr>
              <p14:cNvContentPartPr/>
              <p14:nvPr/>
            </p14:nvContentPartPr>
            <p14:xfrm>
              <a:off x="1604800" y="4673120"/>
              <a:ext cx="360" cy="3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79EA959E-8459-D8E4-EEA3-494E68B701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41800" y="4610480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EFF4A6D5-418A-3D26-B6C4-12DECF32ABF2}"/>
              </a:ext>
            </a:extLst>
          </p:cNvPr>
          <p:cNvGrpSpPr/>
          <p:nvPr/>
        </p:nvGrpSpPr>
        <p:grpSpPr>
          <a:xfrm>
            <a:off x="1655560" y="3900920"/>
            <a:ext cx="360" cy="360"/>
            <a:chOff x="1655560" y="390092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2A77BCDA-4D24-0BE5-B597-766CAD85F3C5}"/>
                    </a:ext>
                  </a:extLst>
                </p14:cNvPr>
                <p14:cNvContentPartPr/>
                <p14:nvPr/>
              </p14:nvContentPartPr>
              <p14:xfrm>
                <a:off x="1655560" y="3900920"/>
                <a:ext cx="360" cy="36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2A77BCDA-4D24-0BE5-B597-766CAD85F3C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92920" y="38379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E8B93BFB-3A5F-B020-5012-E368D7BFFE8B}"/>
                    </a:ext>
                  </a:extLst>
                </p14:cNvPr>
                <p14:cNvContentPartPr/>
                <p14:nvPr/>
              </p14:nvContentPartPr>
              <p14:xfrm>
                <a:off x="1655560" y="3900920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E8B93BFB-3A5F-B020-5012-E368D7BFFE8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92920" y="38379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72A91C0A-3EFE-8F79-7505-4A2438B4F7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280" y="4776154"/>
            <a:ext cx="7492641" cy="102901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63054BD-35DA-6F85-7A89-0C359E7272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12720" y="5748382"/>
            <a:ext cx="5039360" cy="110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1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3B6D6-70C6-A103-D3D6-B5450AF93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KL</a:t>
            </a:r>
            <a:r>
              <a:rPr lang="zh-CN" altLang="en-US" dirty="0"/>
              <a:t>散度（相对熵）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4C4763-BC36-F74E-C177-6A675010C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9975"/>
          </a:xfrm>
        </p:spPr>
        <p:txBody>
          <a:bodyPr/>
          <a:lstStyle/>
          <a:p>
            <a:r>
              <a:rPr lang="zh-CN" altLang="en-US" dirty="0"/>
              <a:t>从香农信息论的角度来衡量变量的差异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对于离散随机变量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8161BA-093F-92F2-9D6C-BE19613AD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20" y="2804160"/>
            <a:ext cx="4556006" cy="903970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4540DD5-196D-662D-A67D-FAAA5BEAE368}"/>
              </a:ext>
            </a:extLst>
          </p:cNvPr>
          <p:cNvSpPr txBox="1">
            <a:spLocks/>
          </p:cNvSpPr>
          <p:nvPr/>
        </p:nvSpPr>
        <p:spPr>
          <a:xfrm>
            <a:off x="838200" y="3708131"/>
            <a:ext cx="10515600" cy="48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  <a:r>
              <a:rPr lang="zh-CN" altLang="en-US" dirty="0"/>
              <a:t>对于连续随机变量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3E0C617-116D-A6F8-AB33-E645D2D4A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120" y="4180155"/>
            <a:ext cx="5175140" cy="100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6639F-4C73-188D-2182-18F873BC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飓风次数预测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526A7D-361C-AAC4-A67E-A1E426636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目标是预测每年发生的飓风次数</a:t>
            </a:r>
            <a:endParaRPr lang="en-US" altLang="zh-CN" dirty="0"/>
          </a:p>
          <a:p>
            <a:r>
              <a:rPr lang="zh-CN" altLang="en-US" dirty="0"/>
              <a:t>气象团队提出假设：飓风次数服从</a:t>
            </a:r>
            <a:r>
              <a:rPr lang="zh-CN" altLang="en-US" b="1" dirty="0"/>
              <a:t>泊松分布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	</a:t>
            </a:r>
            <a:r>
              <a:rPr lang="en-US" altLang="zh-CN" dirty="0"/>
              <a:t> X ~ Poisson(</a:t>
            </a:r>
            <a:r>
              <a:rPr lang="el-GR" altLang="zh-CN" dirty="0"/>
              <a:t>λ)</a:t>
            </a:r>
            <a:endParaRPr lang="en-US" altLang="zh-CN" dirty="0"/>
          </a:p>
          <a:p>
            <a:r>
              <a:rPr lang="zh-CN" altLang="en-US" dirty="0"/>
              <a:t>我们需要评估不同</a:t>
            </a:r>
            <a:r>
              <a:rPr lang="en-US" altLang="zh-CN" dirty="0"/>
              <a:t>λ</a:t>
            </a:r>
            <a:r>
              <a:rPr lang="zh-CN" altLang="en-US" dirty="0"/>
              <a:t>值的预测效果</a:t>
            </a:r>
            <a:endParaRPr lang="en-US" altLang="zh-CN" dirty="0"/>
          </a:p>
          <a:p>
            <a:r>
              <a:rPr lang="zh-CN" altLang="en-US" dirty="0"/>
              <a:t>解决方案：用</a:t>
            </a:r>
            <a:r>
              <a:rPr lang="en-US" altLang="zh-CN" dirty="0"/>
              <a:t>KL</a:t>
            </a:r>
            <a:r>
              <a:rPr lang="zh-CN" altLang="en-US" dirty="0"/>
              <a:t>散度衡量预测分布与观测分布的差异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8FAE54-7FD0-F5A6-6055-9B057B40D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5963" y="5157787"/>
            <a:ext cx="2030274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2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31493CA-4997-1994-BBFB-339B3FFC486B}"/>
              </a:ext>
            </a:extLst>
          </p:cNvPr>
          <p:cNvSpPr txBox="1"/>
          <p:nvPr/>
        </p:nvSpPr>
        <p:spPr>
          <a:xfrm>
            <a:off x="711200" y="298976"/>
            <a:ext cx="10525760" cy="626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0000FF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def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3200" b="0" dirty="0">
                <a:solidFill>
                  <a:srgbClr val="795E26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kl_divergence_poisson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US" altLang="zh-CN" sz="3200" b="0" dirty="0">
                <a:solidFill>
                  <a:srgbClr val="00108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predicted_lambda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altLang="zh-CN" sz="3200" b="0" dirty="0">
                <a:solidFill>
                  <a:srgbClr val="00108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observed_pmf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altLang="zh-CN" sz="3200" b="0" dirty="0">
                <a:solidFill>
                  <a:srgbClr val="00108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max_val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en-US" altLang="zh-CN" sz="3200" b="0" dirty="0">
                <a:solidFill>
                  <a:srgbClr val="0000FF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None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altLang="zh-CN" sz="3200" b="0" dirty="0">
                <a:solidFill>
                  <a:srgbClr val="00108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epsilon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en-US" altLang="zh-CN" sz="3200" b="0" dirty="0">
                <a:solidFill>
                  <a:srgbClr val="098658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1e-10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):</a:t>
            </a: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</a:t>
            </a:r>
            <a:r>
              <a:rPr lang="en-US" altLang="zh-CN" sz="3200" b="0" dirty="0">
                <a:solidFill>
                  <a:srgbClr val="AF00D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if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max_val </a:t>
            </a:r>
            <a:r>
              <a:rPr lang="en-US" altLang="zh-CN" sz="3200" b="0" dirty="0">
                <a:solidFill>
                  <a:srgbClr val="0000FF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is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3200" b="0" dirty="0">
                <a:solidFill>
                  <a:srgbClr val="0000FF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None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3200" b="0" dirty="0">
                <a:solidFill>
                  <a:srgbClr val="0000FF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or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max_val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&gt;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3200" b="0" dirty="0">
                <a:solidFill>
                  <a:srgbClr val="795E26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len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(observed_pmf):</a:t>
            </a: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    max_val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3200" b="0" dirty="0">
                <a:solidFill>
                  <a:srgbClr val="795E26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len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(observed_pmf)</a:t>
            </a: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X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stats.poisson(predicted_lambda)</a:t>
            </a: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divergence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3200" b="0" dirty="0">
                <a:solidFill>
                  <a:srgbClr val="098658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0.0</a:t>
            </a:r>
            <a:endParaRPr lang="en-US" altLang="zh-CN" sz="3200" b="0" dirty="0">
              <a:solidFill>
                <a:srgbClr val="3B3B3B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observed_pmf_smooth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observed_pmf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+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epsilon</a:t>
            </a: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observed_pmf_smooth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observed_pmf_smooth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observed_pmf_smooth.sum()</a:t>
            </a: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</a:t>
            </a:r>
            <a:r>
              <a:rPr lang="en-US" altLang="zh-CN" sz="3200" b="0" dirty="0">
                <a:solidFill>
                  <a:srgbClr val="AF00D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for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i </a:t>
            </a:r>
            <a:r>
              <a:rPr lang="en-US" altLang="zh-CN" sz="3200" b="0" dirty="0">
                <a:solidFill>
                  <a:srgbClr val="AF00D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in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3200" b="0" dirty="0">
                <a:solidFill>
                  <a:srgbClr val="795E26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range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US" altLang="zh-CN" sz="3200" b="0" dirty="0">
                <a:solidFill>
                  <a:srgbClr val="098658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, max_val):</a:t>
            </a: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    pr_X_i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X.pmf(i)</a:t>
            </a: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    pr_Y_i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observed_pmf_smooth[i]</a:t>
            </a: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    </a:t>
            </a:r>
            <a:r>
              <a:rPr lang="en-US" altLang="zh-CN" sz="3200" b="0" dirty="0">
                <a:solidFill>
                  <a:srgbClr val="AF00D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if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pr_X_i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==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3200" b="0" dirty="0">
                <a:solidFill>
                  <a:srgbClr val="098658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        </a:t>
            </a:r>
            <a:r>
              <a:rPr lang="en-US" altLang="zh-CN" sz="3200" b="0" dirty="0">
                <a:solidFill>
                  <a:srgbClr val="AF00D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continue</a:t>
            </a:r>
            <a:endParaRPr lang="en-US" altLang="zh-CN" sz="3200" b="0" dirty="0">
              <a:solidFill>
                <a:srgbClr val="3B3B3B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    divergence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+=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pr_X_i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*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np.log(pr_X_i </a:t>
            </a:r>
            <a:r>
              <a:rPr lang="en-US" altLang="zh-CN" sz="3200" b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pr_Y_i)</a:t>
            </a:r>
          </a:p>
          <a:p>
            <a:pPr>
              <a:lnSpc>
                <a:spcPts val="3000"/>
              </a:lnSpc>
              <a:buNone/>
            </a:pP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    </a:t>
            </a:r>
            <a:r>
              <a:rPr lang="en-US" altLang="zh-CN" sz="3200" b="0" dirty="0">
                <a:solidFill>
                  <a:srgbClr val="AF00D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return</a:t>
            </a:r>
            <a:r>
              <a:rPr lang="en-US" altLang="zh-CN" sz="3200" b="0" dirty="0">
                <a:solidFill>
                  <a:srgbClr val="3B3B3B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divergence</a:t>
            </a:r>
          </a:p>
        </p:txBody>
      </p:sp>
    </p:spTree>
    <p:extLst>
      <p:ext uri="{BB962C8B-B14F-4D97-AF65-F5344CB8AC3E}">
        <p14:creationId xmlns:p14="http://schemas.microsoft.com/office/powerpoint/2010/main" val="3317034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498E1CA-419A-46B3-E3B1-54C5B9FF1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0440"/>
            <a:ext cx="6032095" cy="46075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08D3C61-DCED-FBB2-38F2-C565BB93D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907" y="1951341"/>
            <a:ext cx="6032095" cy="490665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E9001DB-26C8-6619-24C2-F24905994FC8}"/>
              </a:ext>
            </a:extLst>
          </p:cNvPr>
          <p:cNvSpPr txBox="1"/>
          <p:nvPr/>
        </p:nvSpPr>
        <p:spPr>
          <a:xfrm>
            <a:off x="487680" y="19701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预测</a:t>
            </a:r>
            <a:r>
              <a:rPr lang="en-US" altLang="zh-CN" dirty="0"/>
              <a:t>lambda=1: KL</a:t>
            </a:r>
            <a:r>
              <a:rPr lang="zh-CN" altLang="en-US" dirty="0"/>
              <a:t>散度 </a:t>
            </a:r>
            <a:r>
              <a:rPr lang="en-US" altLang="zh-CN" dirty="0"/>
              <a:t>= 0.8675</a:t>
            </a:r>
          </a:p>
          <a:p>
            <a:r>
              <a:rPr lang="zh-CN" altLang="en-US" dirty="0"/>
              <a:t>预测</a:t>
            </a:r>
            <a:r>
              <a:rPr lang="en-US" altLang="zh-CN" dirty="0"/>
              <a:t>lambda=2: KL</a:t>
            </a:r>
            <a:r>
              <a:rPr lang="zh-CN" altLang="en-US" dirty="0"/>
              <a:t>散度 </a:t>
            </a:r>
            <a:r>
              <a:rPr lang="en-US" altLang="zh-CN" dirty="0"/>
              <a:t>= 0.1745</a:t>
            </a:r>
          </a:p>
          <a:p>
            <a:r>
              <a:rPr lang="zh-CN" altLang="en-US" dirty="0"/>
              <a:t>预测</a:t>
            </a:r>
            <a:r>
              <a:rPr lang="en-US" altLang="zh-CN" dirty="0"/>
              <a:t>lambda=3: KL</a:t>
            </a:r>
            <a:r>
              <a:rPr lang="zh-CN" altLang="en-US" dirty="0"/>
              <a:t>散度 </a:t>
            </a:r>
            <a:r>
              <a:rPr lang="en-US" altLang="zh-CN" dirty="0"/>
              <a:t>= 0.0180  &lt;-- </a:t>
            </a:r>
            <a:r>
              <a:rPr lang="zh-CN" altLang="en-US" dirty="0"/>
              <a:t>最小值</a:t>
            </a:r>
          </a:p>
          <a:p>
            <a:r>
              <a:rPr lang="zh-CN" altLang="en-US" dirty="0"/>
              <a:t>预测</a:t>
            </a:r>
            <a:r>
              <a:rPr lang="en-US" altLang="zh-CN" dirty="0"/>
              <a:t>lambda=4: KL</a:t>
            </a:r>
            <a:r>
              <a:rPr lang="zh-CN" altLang="en-US" dirty="0"/>
              <a:t>散度 </a:t>
            </a:r>
            <a:r>
              <a:rPr lang="en-US" altLang="zh-CN" dirty="0"/>
              <a:t>= 0.2831</a:t>
            </a:r>
          </a:p>
          <a:p>
            <a:r>
              <a:rPr lang="zh-CN" altLang="en-US" dirty="0"/>
              <a:t>预测</a:t>
            </a:r>
            <a:r>
              <a:rPr lang="en-US" altLang="zh-CN" dirty="0"/>
              <a:t>lambda=5: KL</a:t>
            </a:r>
            <a:r>
              <a:rPr lang="zh-CN" altLang="en-US" dirty="0"/>
              <a:t>散度 </a:t>
            </a:r>
            <a:r>
              <a:rPr lang="en-US" altLang="zh-CN" dirty="0"/>
              <a:t>= 1.0440</a:t>
            </a:r>
          </a:p>
          <a:p>
            <a:r>
              <a:rPr lang="zh-CN" altLang="en-US" dirty="0"/>
              <a:t>预测</a:t>
            </a:r>
            <a:r>
              <a:rPr lang="en-US" altLang="zh-CN" dirty="0"/>
              <a:t>lambda=6: KL</a:t>
            </a:r>
            <a:r>
              <a:rPr lang="zh-CN" altLang="en-US" dirty="0"/>
              <a:t>散度 </a:t>
            </a:r>
            <a:r>
              <a:rPr lang="en-US" altLang="zh-CN" dirty="0"/>
              <a:t>= 2.4092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575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1050</Words>
  <Application>Microsoft Office PowerPoint</Application>
  <PresentationFormat>宽屏</PresentationFormat>
  <Paragraphs>135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等线 Light</vt:lpstr>
      <vt:lpstr>Arial</vt:lpstr>
      <vt:lpstr>Calibri Light</vt:lpstr>
      <vt:lpstr>Cambria Math</vt:lpstr>
      <vt:lpstr>Fira Code</vt:lpstr>
      <vt:lpstr>Office 主题​​</vt:lpstr>
      <vt:lpstr>香农熵 KL散度</vt:lpstr>
      <vt:lpstr>PowerPoint 演示文稿</vt:lpstr>
      <vt:lpstr>主要内容</vt:lpstr>
      <vt:lpstr>什么是信息</vt:lpstr>
      <vt:lpstr>举个例子</vt:lpstr>
      <vt:lpstr>我们该如何度量信息</vt:lpstr>
      <vt:lpstr>我们该如何度量惊喜度</vt:lpstr>
      <vt:lpstr>单个事件的惊喜度</vt:lpstr>
      <vt:lpstr>平均惊喜度</vt:lpstr>
      <vt:lpstr>H(X)=Σ_x  log_2⁡〖1/P(X=x) 〗⋅P(X=x)</vt:lpstr>
      <vt:lpstr>我们该如何度量两个变量之间的差异</vt:lpstr>
      <vt:lpstr>TV散度</vt:lpstr>
      <vt:lpstr>KL散度就是期望额外惊喜度</vt:lpstr>
      <vt:lpstr>KL散度（相对熵）</vt:lpstr>
      <vt:lpstr>飓风次数预测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6</cp:revision>
  <dcterms:created xsi:type="dcterms:W3CDTF">2025-11-12T10:22:41Z</dcterms:created>
  <dcterms:modified xsi:type="dcterms:W3CDTF">2025-11-13T08:08:00Z</dcterms:modified>
</cp:coreProperties>
</file>